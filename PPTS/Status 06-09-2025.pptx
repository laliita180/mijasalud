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06/09/2025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45690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Instalación de entorno local (Visual Studio Code, Node.js, MongoDb, Angular CLI, Ionic).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Estructuración inicial del backend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Configuración del frontend móvil y generación de proyecto web standalone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Pruebas iniciales de conexión local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8472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290932" y="2611002"/>
            <a:ext cx="5706136" cy="5064997"/>
          </a:xfrm>
          <a:custGeom>
            <a:avLst/>
            <a:gdLst/>
            <a:ahLst/>
            <a:cxnLst/>
            <a:rect r="r" b="b" t="t" l="l"/>
            <a:pathLst>
              <a:path h="5064997" w="5706136">
                <a:moveTo>
                  <a:pt x="0" y="0"/>
                </a:moveTo>
                <a:lnTo>
                  <a:pt x="5706136" y="0"/>
                </a:lnTo>
                <a:lnTo>
                  <a:pt x="5706136" y="5064996"/>
                </a:lnTo>
                <a:lnTo>
                  <a:pt x="0" y="5064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911143" y="3382584"/>
            <a:ext cx="8537706" cy="4872143"/>
          </a:xfrm>
          <a:custGeom>
            <a:avLst/>
            <a:gdLst/>
            <a:ahLst/>
            <a:cxnLst/>
            <a:rect r="r" b="b" t="t" l="l"/>
            <a:pathLst>
              <a:path h="4872143" w="8537706">
                <a:moveTo>
                  <a:pt x="0" y="0"/>
                </a:moveTo>
                <a:lnTo>
                  <a:pt x="8537706" y="0"/>
                </a:lnTo>
                <a:lnTo>
                  <a:pt x="8537706" y="4872143"/>
                </a:lnTo>
                <a:lnTo>
                  <a:pt x="0" y="4872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(En progreso)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(PENDIENTE)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(PENDIENTE)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65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 mantuvieron al día las tareas.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93371" y="3646083"/>
            <a:ext cx="11301259" cy="2994834"/>
          </a:xfrm>
          <a:custGeom>
            <a:avLst/>
            <a:gdLst/>
            <a:ahLst/>
            <a:cxnLst/>
            <a:rect r="r" b="b" t="t" l="l"/>
            <a:pathLst>
              <a:path h="2994834" w="11301259">
                <a:moveTo>
                  <a:pt x="0" y="0"/>
                </a:moveTo>
                <a:lnTo>
                  <a:pt x="11301258" y="0"/>
                </a:lnTo>
                <a:lnTo>
                  <a:pt x="11301258" y="2994834"/>
                </a:lnTo>
                <a:lnTo>
                  <a:pt x="0" y="29948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559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Registro e inicio de sesión de usuarios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Programación de pantalla de ingreso de síntomas y escala EVA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Lógica de categorización automática según criterios médicos oficiales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Visualización de mapa con centros cercanos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Implementación de estilos visuales, validación de formularios y botones funcionales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