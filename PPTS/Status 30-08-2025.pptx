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30/08/2025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325881" y="3269223"/>
            <a:ext cx="9636238" cy="5685380"/>
          </a:xfrm>
          <a:custGeom>
            <a:avLst/>
            <a:gdLst/>
            <a:ahLst/>
            <a:cxnLst/>
            <a:rect r="r" b="b" t="t" l="l"/>
            <a:pathLst>
              <a:path h="5685380" w="9636238">
                <a:moveTo>
                  <a:pt x="0" y="0"/>
                </a:moveTo>
                <a:lnTo>
                  <a:pt x="9636238" y="0"/>
                </a:lnTo>
                <a:lnTo>
                  <a:pt x="9636238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72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238121" y="2913726"/>
            <a:ext cx="5811757" cy="5041259"/>
          </a:xfrm>
          <a:custGeom>
            <a:avLst/>
            <a:gdLst/>
            <a:ahLst/>
            <a:cxnLst/>
            <a:rect r="r" b="b" t="t" l="l"/>
            <a:pathLst>
              <a:path h="5041259" w="5811757">
                <a:moveTo>
                  <a:pt x="0" y="0"/>
                </a:moveTo>
                <a:lnTo>
                  <a:pt x="5811758" y="0"/>
                </a:lnTo>
                <a:lnTo>
                  <a:pt x="5811758" y="5041259"/>
                </a:lnTo>
                <a:lnTo>
                  <a:pt x="0" y="50412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924011" y="2955660"/>
            <a:ext cx="8675774" cy="5386018"/>
          </a:xfrm>
          <a:custGeom>
            <a:avLst/>
            <a:gdLst/>
            <a:ahLst/>
            <a:cxnLst/>
            <a:rect r="r" b="b" t="t" l="l"/>
            <a:pathLst>
              <a:path h="5386018" w="8675774">
                <a:moveTo>
                  <a:pt x="0" y="0"/>
                </a:moveTo>
                <a:lnTo>
                  <a:pt x="8675773" y="0"/>
                </a:lnTo>
                <a:lnTo>
                  <a:pt x="8675773" y="5386019"/>
                </a:lnTo>
                <a:lnTo>
                  <a:pt x="0" y="5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(En progreso)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65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mantuvieron al día las tareas.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2981070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Instalación de entorno local (Visual Studio Code, Node.js, MongoDb, Angular CLI, Ionic).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Estructuración inicial del backend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Configuración del frontend móvil y generación de proyecto web standalone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Pruebas iniciales de conexión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