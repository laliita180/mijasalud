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Raleway Heavy" charset="1" panose="00000000000000000000"/>
      <p:regular r:id="rId15"/>
    </p:embeddedFont>
    <p:embeddedFont>
      <p:font typeface="Garet" charset="1" panose="00000000000000000000"/>
      <p:regular r:id="rId16"/>
    </p:embeddedFont>
    <p:embeddedFont>
      <p:font typeface="Raleway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1326854" y="1028700"/>
            <a:ext cx="5932446" cy="1908594"/>
          </a:xfrm>
          <a:custGeom>
            <a:avLst/>
            <a:gdLst/>
            <a:ahLst/>
            <a:cxnLst/>
            <a:rect r="r" b="b" t="t" l="l"/>
            <a:pathLst>
              <a:path h="1908594" w="5932446">
                <a:moveTo>
                  <a:pt x="0" y="0"/>
                </a:moveTo>
                <a:lnTo>
                  <a:pt x="5932446" y="0"/>
                </a:lnTo>
                <a:lnTo>
                  <a:pt x="5932446" y="1908594"/>
                </a:lnTo>
                <a:lnTo>
                  <a:pt x="0" y="19085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312014" y="4451565"/>
            <a:ext cx="13663973" cy="223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18"/>
              </a:lnSpc>
            </a:pPr>
            <a:r>
              <a:rPr lang="en-US" b="true" sz="13601" spc="680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MIJA SALUD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267976" y="6737594"/>
            <a:ext cx="5675166" cy="326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5"/>
              </a:lnSpc>
            </a:pPr>
            <a:r>
              <a:rPr lang="en-US" sz="1989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Ingeniería en Informática</a:t>
            </a:r>
          </a:p>
        </p:txBody>
      </p:sp>
      <p:sp>
        <p:nvSpPr>
          <p:cNvPr name="TextBox 17" id="17"/>
          <p:cNvSpPr txBox="true"/>
          <p:nvPr/>
        </p:nvSpPr>
        <p:spPr>
          <a:xfrm rot="-17737">
            <a:off x="1309056" y="7397250"/>
            <a:ext cx="5216715" cy="162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315" spc="145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Integrantes: Bárbara Poblete, Valentina Rojas, Yasna Vivar.</a:t>
            </a:r>
          </a:p>
          <a:p>
            <a:pPr algn="l">
              <a:lnSpc>
                <a:spcPts val="3242"/>
              </a:lnSpc>
            </a:pPr>
            <a:r>
              <a:rPr lang="en-US" sz="2315" spc="145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Docente: Fernando Herrera</a:t>
            </a:r>
          </a:p>
          <a:p>
            <a:pPr algn="l">
              <a:lnSpc>
                <a:spcPts val="3242"/>
              </a:lnSpc>
              <a:spcBef>
                <a:spcPct val="0"/>
              </a:spcBef>
            </a:pPr>
            <a:r>
              <a:rPr lang="en-US" sz="2315" spc="145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Fecha: 25/10/2025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12014" y="3199506"/>
            <a:ext cx="13663973" cy="1556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99"/>
              </a:lnSpc>
            </a:pPr>
            <a:r>
              <a:rPr lang="en-US" sz="9541" spc="477">
                <a:solidFill>
                  <a:srgbClr val="27403B"/>
                </a:solidFill>
                <a:latin typeface="Raleway"/>
                <a:ea typeface="Raleway"/>
                <a:cs typeface="Raleway"/>
                <a:sym typeface="Raleway"/>
              </a:rPr>
              <a:t>STATUS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ÍNDICE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54817" y="3043588"/>
            <a:ext cx="12778367" cy="488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1. Compromisos pasados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2. En proceso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3. Avance del proyecto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4. Logros de la semana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5. Capturas de pantalla app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6. Desvíos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7. Compromisos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3493371" y="3822928"/>
            <a:ext cx="11301259" cy="4478124"/>
          </a:xfrm>
          <a:custGeom>
            <a:avLst/>
            <a:gdLst/>
            <a:ahLst/>
            <a:cxnLst/>
            <a:rect r="r" b="b" t="t" l="l"/>
            <a:pathLst>
              <a:path h="4478124" w="11301259">
                <a:moveTo>
                  <a:pt x="0" y="0"/>
                </a:moveTo>
                <a:lnTo>
                  <a:pt x="11301258" y="0"/>
                </a:lnTo>
                <a:lnTo>
                  <a:pt x="11301258" y="4478124"/>
                </a:lnTo>
                <a:lnTo>
                  <a:pt x="0" y="44781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39075" y="1258774"/>
            <a:ext cx="14609851" cy="20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COMPROMISOS PASADOS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8472" y="425146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5927948" y="2480858"/>
            <a:ext cx="6432104" cy="6335623"/>
          </a:xfrm>
          <a:custGeom>
            <a:avLst/>
            <a:gdLst/>
            <a:ahLst/>
            <a:cxnLst/>
            <a:rect r="r" b="b" t="t" l="l"/>
            <a:pathLst>
              <a:path h="6335623" w="6432104">
                <a:moveTo>
                  <a:pt x="0" y="0"/>
                </a:moveTo>
                <a:lnTo>
                  <a:pt x="6432104" y="0"/>
                </a:lnTo>
                <a:lnTo>
                  <a:pt x="6432104" y="6335623"/>
                </a:lnTo>
                <a:lnTo>
                  <a:pt x="0" y="6335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EN PROGRESO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268465" y="3269223"/>
            <a:ext cx="9872734" cy="5652140"/>
          </a:xfrm>
          <a:custGeom>
            <a:avLst/>
            <a:gdLst/>
            <a:ahLst/>
            <a:cxnLst/>
            <a:rect r="r" b="b" t="t" l="l"/>
            <a:pathLst>
              <a:path h="5652140" w="9872734">
                <a:moveTo>
                  <a:pt x="0" y="0"/>
                </a:moveTo>
                <a:lnTo>
                  <a:pt x="9872733" y="0"/>
                </a:lnTo>
                <a:lnTo>
                  <a:pt x="9872733" y="5652140"/>
                </a:lnTo>
                <a:lnTo>
                  <a:pt x="0" y="56521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144000" y="3450678"/>
            <a:ext cx="7701139" cy="5342665"/>
          </a:xfrm>
          <a:custGeom>
            <a:avLst/>
            <a:gdLst/>
            <a:ahLst/>
            <a:cxnLst/>
            <a:rect r="r" b="b" t="t" l="l"/>
            <a:pathLst>
              <a:path h="5342665" w="7701139">
                <a:moveTo>
                  <a:pt x="0" y="0"/>
                </a:moveTo>
                <a:lnTo>
                  <a:pt x="7701139" y="0"/>
                </a:lnTo>
                <a:lnTo>
                  <a:pt x="7701139" y="5342665"/>
                </a:lnTo>
                <a:lnTo>
                  <a:pt x="0" y="53426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839075" y="1258774"/>
            <a:ext cx="14609851" cy="20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AVANCE DEL PROYECTO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3493371" y="4164277"/>
            <a:ext cx="11301259" cy="3489264"/>
          </a:xfrm>
          <a:custGeom>
            <a:avLst/>
            <a:gdLst/>
            <a:ahLst/>
            <a:cxnLst/>
            <a:rect r="r" b="b" t="t" l="l"/>
            <a:pathLst>
              <a:path h="3489264" w="11301259">
                <a:moveTo>
                  <a:pt x="0" y="0"/>
                </a:moveTo>
                <a:lnTo>
                  <a:pt x="11301258" y="0"/>
                </a:lnTo>
                <a:lnTo>
                  <a:pt x="11301258" y="3489263"/>
                </a:lnTo>
                <a:lnTo>
                  <a:pt x="0" y="34892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39075" y="1534321"/>
            <a:ext cx="14609851" cy="20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LOGROS DE LA SEMANA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440454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028700" y="4015279"/>
            <a:ext cx="4652371" cy="5362964"/>
          </a:xfrm>
          <a:custGeom>
            <a:avLst/>
            <a:gdLst/>
            <a:ahLst/>
            <a:cxnLst/>
            <a:rect r="r" b="b" t="t" l="l"/>
            <a:pathLst>
              <a:path h="5362964" w="4652371">
                <a:moveTo>
                  <a:pt x="0" y="0"/>
                </a:moveTo>
                <a:lnTo>
                  <a:pt x="4652371" y="0"/>
                </a:lnTo>
                <a:lnTo>
                  <a:pt x="4652371" y="5362964"/>
                </a:lnTo>
                <a:lnTo>
                  <a:pt x="0" y="53629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406859" y="3386513"/>
            <a:ext cx="5242763" cy="5991730"/>
          </a:xfrm>
          <a:custGeom>
            <a:avLst/>
            <a:gdLst/>
            <a:ahLst/>
            <a:cxnLst/>
            <a:rect r="r" b="b" t="t" l="l"/>
            <a:pathLst>
              <a:path h="5991730" w="5242763">
                <a:moveTo>
                  <a:pt x="0" y="0"/>
                </a:moveTo>
                <a:lnTo>
                  <a:pt x="5242763" y="0"/>
                </a:lnTo>
                <a:lnTo>
                  <a:pt x="5242763" y="5991730"/>
                </a:lnTo>
                <a:lnTo>
                  <a:pt x="0" y="5991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053032" y="4490859"/>
            <a:ext cx="5206268" cy="4887384"/>
          </a:xfrm>
          <a:custGeom>
            <a:avLst/>
            <a:gdLst/>
            <a:ahLst/>
            <a:cxnLst/>
            <a:rect r="r" b="b" t="t" l="l"/>
            <a:pathLst>
              <a:path h="4887384" w="5206268">
                <a:moveTo>
                  <a:pt x="0" y="0"/>
                </a:moveTo>
                <a:lnTo>
                  <a:pt x="5206268" y="0"/>
                </a:lnTo>
                <a:lnTo>
                  <a:pt x="5206268" y="4887384"/>
                </a:lnTo>
                <a:lnTo>
                  <a:pt x="0" y="48873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481115" y="873616"/>
            <a:ext cx="5885556" cy="3494549"/>
          </a:xfrm>
          <a:custGeom>
            <a:avLst/>
            <a:gdLst/>
            <a:ahLst/>
            <a:cxnLst/>
            <a:rect r="r" b="b" t="t" l="l"/>
            <a:pathLst>
              <a:path h="3494549" w="5885556">
                <a:moveTo>
                  <a:pt x="0" y="0"/>
                </a:moveTo>
                <a:lnTo>
                  <a:pt x="5885556" y="0"/>
                </a:lnTo>
                <a:lnTo>
                  <a:pt x="5885556" y="3494549"/>
                </a:lnTo>
                <a:lnTo>
                  <a:pt x="0" y="34945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25719" y="1028700"/>
            <a:ext cx="7724558" cy="2394613"/>
          </a:xfrm>
          <a:custGeom>
            <a:avLst/>
            <a:gdLst/>
            <a:ahLst/>
            <a:cxnLst/>
            <a:rect r="r" b="b" t="t" l="l"/>
            <a:pathLst>
              <a:path h="2394613" w="7724558">
                <a:moveTo>
                  <a:pt x="0" y="0"/>
                </a:moveTo>
                <a:lnTo>
                  <a:pt x="7724557" y="0"/>
                </a:lnTo>
                <a:lnTo>
                  <a:pt x="7724557" y="2394613"/>
                </a:lnTo>
                <a:lnTo>
                  <a:pt x="0" y="239461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425146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3493371" y="3646083"/>
            <a:ext cx="11301259" cy="2994834"/>
          </a:xfrm>
          <a:custGeom>
            <a:avLst/>
            <a:gdLst/>
            <a:ahLst/>
            <a:cxnLst/>
            <a:rect r="r" b="b" t="t" l="l"/>
            <a:pathLst>
              <a:path h="2994834" w="11301259">
                <a:moveTo>
                  <a:pt x="0" y="0"/>
                </a:moveTo>
                <a:lnTo>
                  <a:pt x="11301258" y="0"/>
                </a:lnTo>
                <a:lnTo>
                  <a:pt x="11301258" y="2994834"/>
                </a:lnTo>
                <a:lnTo>
                  <a:pt x="0" y="29948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DESVÍOS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3164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3493371" y="2702019"/>
            <a:ext cx="11301259" cy="5311592"/>
          </a:xfrm>
          <a:custGeom>
            <a:avLst/>
            <a:gdLst/>
            <a:ahLst/>
            <a:cxnLst/>
            <a:rect r="r" b="b" t="t" l="l"/>
            <a:pathLst>
              <a:path h="5311592" w="11301259">
                <a:moveTo>
                  <a:pt x="0" y="0"/>
                </a:moveTo>
                <a:lnTo>
                  <a:pt x="11301258" y="0"/>
                </a:lnTo>
                <a:lnTo>
                  <a:pt x="11301258" y="5311591"/>
                </a:lnTo>
                <a:lnTo>
                  <a:pt x="0" y="53115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COMPROMISOS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DAG0BbRXXhM</dc:identifier>
  <dcterms:modified xsi:type="dcterms:W3CDTF">2011-08-01T06:04:30Z</dcterms:modified>
  <cp:revision>1</cp:revision>
  <dc:title>Proyecto</dc:title>
</cp:coreProperties>
</file>