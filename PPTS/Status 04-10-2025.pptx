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04/1/2025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732455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Análisis y configuración inicial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Desarrollo de la función de localización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Automatización de centros de salud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Integración con flujo del sistema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Pruebas y documentación</a:t>
            </a:r>
          </a:p>
          <a:p>
            <a:pPr algn="l">
              <a:lnSpc>
                <a:spcPts val="55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931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976844" y="2711365"/>
            <a:ext cx="7981883" cy="5966458"/>
          </a:xfrm>
          <a:custGeom>
            <a:avLst/>
            <a:gdLst/>
            <a:ahLst/>
            <a:cxnLst/>
            <a:rect r="r" b="b" t="t" l="l"/>
            <a:pathLst>
              <a:path h="5966458" w="7981883">
                <a:moveTo>
                  <a:pt x="0" y="0"/>
                </a:moveTo>
                <a:lnTo>
                  <a:pt x="7981883" y="0"/>
                </a:lnTo>
                <a:lnTo>
                  <a:pt x="7981883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76252" y="3391234"/>
            <a:ext cx="9685788" cy="5678293"/>
          </a:xfrm>
          <a:custGeom>
            <a:avLst/>
            <a:gdLst/>
            <a:ahLst/>
            <a:cxnLst/>
            <a:rect r="r" b="b" t="t" l="l"/>
            <a:pathLst>
              <a:path h="5678293" w="9685788">
                <a:moveTo>
                  <a:pt x="0" y="0"/>
                </a:moveTo>
                <a:lnTo>
                  <a:pt x="9685788" y="0"/>
                </a:lnTo>
                <a:lnTo>
                  <a:pt x="9685788" y="5678292"/>
                </a:lnTo>
                <a:lnTo>
                  <a:pt x="0" y="56782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03736" y="3682459"/>
            <a:ext cx="5173443" cy="5095841"/>
          </a:xfrm>
          <a:custGeom>
            <a:avLst/>
            <a:gdLst/>
            <a:ahLst/>
            <a:cxnLst/>
            <a:rect r="r" b="b" t="t" l="l"/>
            <a:pathLst>
              <a:path h="5095841" w="5173443">
                <a:moveTo>
                  <a:pt x="0" y="0"/>
                </a:moveTo>
                <a:lnTo>
                  <a:pt x="5173443" y="0"/>
                </a:lnTo>
                <a:lnTo>
                  <a:pt x="5173443" y="5095842"/>
                </a:lnTo>
                <a:lnTo>
                  <a:pt x="0" y="50958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186970"/>
            <a:ext cx="11301259" cy="3913061"/>
          </a:xfrm>
          <a:custGeom>
            <a:avLst/>
            <a:gdLst/>
            <a:ahLst/>
            <a:cxnLst/>
            <a:rect r="r" b="b" t="t" l="l"/>
            <a:pathLst>
              <a:path h="3913061" w="11301259">
                <a:moveTo>
                  <a:pt x="0" y="0"/>
                </a:moveTo>
                <a:lnTo>
                  <a:pt x="11301258" y="0"/>
                </a:lnTo>
                <a:lnTo>
                  <a:pt x="11301258" y="3913060"/>
                </a:lnTo>
                <a:lnTo>
                  <a:pt x="0" y="3913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2960944"/>
            <a:ext cx="11301259" cy="4365111"/>
          </a:xfrm>
          <a:custGeom>
            <a:avLst/>
            <a:gdLst/>
            <a:ahLst/>
            <a:cxnLst/>
            <a:rect r="r" b="b" t="t" l="l"/>
            <a:pathLst>
              <a:path h="4365111" w="11301259">
                <a:moveTo>
                  <a:pt x="0" y="0"/>
                </a:moveTo>
                <a:lnTo>
                  <a:pt x="11301258" y="0"/>
                </a:lnTo>
                <a:lnTo>
                  <a:pt x="11301258" y="4365112"/>
                </a:lnTo>
                <a:lnTo>
                  <a:pt x="0" y="43651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