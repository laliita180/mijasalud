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08/11/2025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7. Evidencia app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8.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9.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68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732455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Redacción del glosario técnico y médico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Recolección y análisis de entrevistas y encuestas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Preparación de anexos para evidencia de levantamiento de información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Selección de frases inspiradoras y citas para introducción y homenaje</a:t>
            </a:r>
          </a:p>
          <a:p>
            <a:pPr algn="l">
              <a:lnSpc>
                <a:spcPts val="55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931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281270" y="3091477"/>
            <a:ext cx="5725460" cy="5053152"/>
          </a:xfrm>
          <a:custGeom>
            <a:avLst/>
            <a:gdLst/>
            <a:ahLst/>
            <a:cxnLst/>
            <a:rect r="r" b="b" t="t" l="l"/>
            <a:pathLst>
              <a:path h="5053152" w="5725460">
                <a:moveTo>
                  <a:pt x="0" y="0"/>
                </a:moveTo>
                <a:lnTo>
                  <a:pt x="5725460" y="0"/>
                </a:lnTo>
                <a:lnTo>
                  <a:pt x="5725460" y="5053152"/>
                </a:lnTo>
                <a:lnTo>
                  <a:pt x="0" y="5053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595100" y="3361072"/>
            <a:ext cx="6715093" cy="4303882"/>
          </a:xfrm>
          <a:custGeom>
            <a:avLst/>
            <a:gdLst/>
            <a:ahLst/>
            <a:cxnLst/>
            <a:rect r="r" b="b" t="t" l="l"/>
            <a:pathLst>
              <a:path h="4303882" w="6715093">
                <a:moveTo>
                  <a:pt x="0" y="0"/>
                </a:moveTo>
                <a:lnTo>
                  <a:pt x="6715094" y="0"/>
                </a:lnTo>
                <a:lnTo>
                  <a:pt x="6715094" y="4303882"/>
                </a:lnTo>
                <a:lnTo>
                  <a:pt x="0" y="4303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65716" y="3600465"/>
            <a:ext cx="9722229" cy="540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3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(En progreso)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82886" y="3924561"/>
            <a:ext cx="9722229" cy="228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639" indent="-405820" lvl="1">
              <a:lnSpc>
                <a:spcPts val="6165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fortaleció la comunicación del equipo mediante plannings y reuniones.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42595" y="3777445"/>
            <a:ext cx="10802810" cy="255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1849" indent="-450925" lvl="1">
              <a:lnSpc>
                <a:spcPts val="6850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Esta semana se trabajó exitosamente y no hubieron desvíos, por lo que estamos al día.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9784" y="3104983"/>
            <a:ext cx="11008432" cy="430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Revisión de código fuente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Correcciones menores en funcionalidades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Mejora de experiencia de usuario en navegación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Alineación de toda la lógica con los modelos backend reales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