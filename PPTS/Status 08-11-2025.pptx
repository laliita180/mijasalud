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Raleway Heavy" charset="1" panose="00000000000000000000"/>
      <p:regular r:id="rId14"/>
    </p:embeddedFont>
    <p:embeddedFont>
      <p:font typeface="Garet" charset="1" panose="00000000000000000000"/>
      <p:regular r:id="rId15"/>
    </p:embeddedFont>
    <p:embeddedFont>
      <p:font typeface="Raleway" charset="1" panose="000000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7970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11326854" y="1028700"/>
            <a:ext cx="5932446" cy="1908594"/>
          </a:xfrm>
          <a:custGeom>
            <a:avLst/>
            <a:gdLst/>
            <a:ahLst/>
            <a:cxnLst/>
            <a:rect r="r" b="b" t="t" l="l"/>
            <a:pathLst>
              <a:path h="1908594" w="5932446">
                <a:moveTo>
                  <a:pt x="0" y="0"/>
                </a:moveTo>
                <a:lnTo>
                  <a:pt x="5932446" y="0"/>
                </a:lnTo>
                <a:lnTo>
                  <a:pt x="5932446" y="1908594"/>
                </a:lnTo>
                <a:lnTo>
                  <a:pt x="0" y="1908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312014" y="4451565"/>
            <a:ext cx="13663973" cy="2232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18"/>
              </a:lnSpc>
            </a:pPr>
            <a:r>
              <a:rPr lang="en-US" b="true" sz="13601" spc="680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MIJA SALUD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267976" y="6737594"/>
            <a:ext cx="5675166" cy="326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5"/>
              </a:lnSpc>
            </a:pPr>
            <a:r>
              <a:rPr lang="en-US" sz="1989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Ingeniería en Informática</a:t>
            </a:r>
          </a:p>
        </p:txBody>
      </p:sp>
      <p:sp>
        <p:nvSpPr>
          <p:cNvPr name="TextBox 17" id="17"/>
          <p:cNvSpPr txBox="true"/>
          <p:nvPr/>
        </p:nvSpPr>
        <p:spPr>
          <a:xfrm rot="-17737">
            <a:off x="1309056" y="7397250"/>
            <a:ext cx="5216715" cy="162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Integrantes: Bárbara Poblete, Valentina Rojas, Yasna Vivar.</a:t>
            </a:r>
          </a:p>
          <a:p>
            <a:pPr algn="l">
              <a:lnSpc>
                <a:spcPts val="3242"/>
              </a:lnSpc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Docente: Fernando Herrera</a:t>
            </a:r>
          </a:p>
          <a:p>
            <a:pPr algn="l">
              <a:lnSpc>
                <a:spcPts val="3242"/>
              </a:lnSpc>
              <a:spcBef>
                <a:spcPct val="0"/>
              </a:spcBef>
            </a:pPr>
            <a:r>
              <a:rPr lang="en-US" sz="2315" spc="145">
                <a:solidFill>
                  <a:srgbClr val="27403B"/>
                </a:solidFill>
                <a:latin typeface="Garet"/>
                <a:ea typeface="Garet"/>
                <a:cs typeface="Garet"/>
                <a:sym typeface="Garet"/>
              </a:rPr>
              <a:t>Fecha: 01/11/2025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12014" y="3199506"/>
            <a:ext cx="13663973" cy="1556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sz="9541" spc="477">
                <a:solidFill>
                  <a:srgbClr val="27403B"/>
                </a:solidFill>
                <a:latin typeface="Raleway"/>
                <a:ea typeface="Raleway"/>
                <a:cs typeface="Raleway"/>
                <a:sym typeface="Raleway"/>
              </a:rPr>
              <a:t>STATUS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ÍNDICE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754817" y="3043588"/>
            <a:ext cx="12778367" cy="418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1. Compromisos pasados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2. En proceso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3. Avance del proyecto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4. Logros de la semana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5. Desvíos</a:t>
            </a:r>
          </a:p>
          <a:p>
            <a:pPr algn="ctr">
              <a:lnSpc>
                <a:spcPts val="5575"/>
              </a:lnSpc>
            </a:pPr>
            <a:r>
              <a:rPr lang="en-US" sz="3399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6. Compromisos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39016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716926"/>
            <a:ext cx="11301259" cy="4322732"/>
          </a:xfrm>
          <a:custGeom>
            <a:avLst/>
            <a:gdLst/>
            <a:ahLst/>
            <a:cxnLst/>
            <a:rect r="r" b="b" t="t" l="l"/>
            <a:pathLst>
              <a:path h="4322732" w="11301259">
                <a:moveTo>
                  <a:pt x="0" y="0"/>
                </a:moveTo>
                <a:lnTo>
                  <a:pt x="11301258" y="0"/>
                </a:lnTo>
                <a:lnTo>
                  <a:pt x="11301258" y="4322732"/>
                </a:lnTo>
                <a:lnTo>
                  <a:pt x="0" y="43227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 PASADOS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699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5640463" y="2663955"/>
            <a:ext cx="7007074" cy="6183743"/>
          </a:xfrm>
          <a:custGeom>
            <a:avLst/>
            <a:gdLst/>
            <a:ahLst/>
            <a:cxnLst/>
            <a:rect r="r" b="b" t="t" l="l"/>
            <a:pathLst>
              <a:path h="6183743" w="7007074">
                <a:moveTo>
                  <a:pt x="0" y="0"/>
                </a:moveTo>
                <a:lnTo>
                  <a:pt x="7007074" y="0"/>
                </a:lnTo>
                <a:lnTo>
                  <a:pt x="7007074" y="6183743"/>
                </a:lnTo>
                <a:lnTo>
                  <a:pt x="0" y="61837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EN PROGRESO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2141030" y="3269223"/>
            <a:ext cx="9872734" cy="5652140"/>
          </a:xfrm>
          <a:custGeom>
            <a:avLst/>
            <a:gdLst/>
            <a:ahLst/>
            <a:cxnLst/>
            <a:rect r="r" b="b" t="t" l="l"/>
            <a:pathLst>
              <a:path h="5652140" w="9872734">
                <a:moveTo>
                  <a:pt x="0" y="0"/>
                </a:moveTo>
                <a:lnTo>
                  <a:pt x="9872734" y="0"/>
                </a:lnTo>
                <a:lnTo>
                  <a:pt x="9872734" y="5652140"/>
                </a:lnTo>
                <a:lnTo>
                  <a:pt x="0" y="56521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933477" y="3376380"/>
            <a:ext cx="6947633" cy="4455169"/>
          </a:xfrm>
          <a:custGeom>
            <a:avLst/>
            <a:gdLst/>
            <a:ahLst/>
            <a:cxnLst/>
            <a:rect r="r" b="b" t="t" l="l"/>
            <a:pathLst>
              <a:path h="4455169" w="6947633">
                <a:moveTo>
                  <a:pt x="0" y="0"/>
                </a:moveTo>
                <a:lnTo>
                  <a:pt x="6947632" y="0"/>
                </a:lnTo>
                <a:lnTo>
                  <a:pt x="6947632" y="4455169"/>
                </a:lnTo>
                <a:lnTo>
                  <a:pt x="0" y="4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AVANCE DEL PROYECTO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801475"/>
            <a:ext cx="11301259" cy="2684049"/>
          </a:xfrm>
          <a:custGeom>
            <a:avLst/>
            <a:gdLst/>
            <a:ahLst/>
            <a:cxnLst/>
            <a:rect r="r" b="b" t="t" l="l"/>
            <a:pathLst>
              <a:path h="2684049" w="11301259">
                <a:moveTo>
                  <a:pt x="0" y="0"/>
                </a:moveTo>
                <a:lnTo>
                  <a:pt x="11301258" y="0"/>
                </a:lnTo>
                <a:lnTo>
                  <a:pt x="11301258" y="2684050"/>
                </a:lnTo>
                <a:lnTo>
                  <a:pt x="0" y="26840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2010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LOGROS DE LA SEMANA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8145" y="425146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3646083"/>
            <a:ext cx="11301259" cy="2994834"/>
          </a:xfrm>
          <a:custGeom>
            <a:avLst/>
            <a:gdLst/>
            <a:ahLst/>
            <a:cxnLst/>
            <a:rect r="r" b="b" t="t" l="l"/>
            <a:pathLst>
              <a:path h="2994834" w="11301259">
                <a:moveTo>
                  <a:pt x="0" y="0"/>
                </a:moveTo>
                <a:lnTo>
                  <a:pt x="11301258" y="0"/>
                </a:lnTo>
                <a:lnTo>
                  <a:pt x="11301258" y="2994834"/>
                </a:lnTo>
                <a:lnTo>
                  <a:pt x="0" y="29948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DESVÍOS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3164" y="333297"/>
            <a:ext cx="17451709" cy="9620406"/>
            <a:chOff x="0" y="0"/>
            <a:chExt cx="23268945" cy="1282720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3268945" cy="12827209"/>
              <a:chOff x="0" y="0"/>
              <a:chExt cx="6619526" cy="364907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6619526" cy="3649071"/>
              </a:xfrm>
              <a:custGeom>
                <a:avLst/>
                <a:gdLst/>
                <a:ahLst/>
                <a:cxnLst/>
                <a:rect r="r" b="b" t="t" l="l"/>
                <a:pathLst>
                  <a:path h="3649071" w="6619526">
                    <a:moveTo>
                      <a:pt x="0" y="0"/>
                    </a:moveTo>
                    <a:lnTo>
                      <a:pt x="6619526" y="0"/>
                    </a:lnTo>
                    <a:lnTo>
                      <a:pt x="6619526" y="3649071"/>
                    </a:lnTo>
                    <a:lnTo>
                      <a:pt x="0" y="364907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50848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28575"/>
                <a:ext cx="6619526" cy="367764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293149" y="293179"/>
              <a:ext cx="22662658" cy="12194998"/>
              <a:chOff x="0" y="0"/>
              <a:chExt cx="6447050" cy="346922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447050" cy="3469221"/>
              </a:xfrm>
              <a:custGeom>
                <a:avLst/>
                <a:gdLst/>
                <a:ahLst/>
                <a:cxnLst/>
                <a:rect r="r" b="b" t="t" l="l"/>
                <a:pathLst>
                  <a:path h="3469221" w="6447050">
                    <a:moveTo>
                      <a:pt x="0" y="0"/>
                    </a:moveTo>
                    <a:lnTo>
                      <a:pt x="6447050" y="0"/>
                    </a:lnTo>
                    <a:lnTo>
                      <a:pt x="6447050" y="3469221"/>
                    </a:lnTo>
                    <a:lnTo>
                      <a:pt x="0" y="3469221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7CBBBB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6447050" cy="3497796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675815" y="689359"/>
              <a:ext cx="21959466" cy="11434829"/>
              <a:chOff x="0" y="0"/>
              <a:chExt cx="6247007" cy="3252969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6247007" cy="3252968"/>
              </a:xfrm>
              <a:custGeom>
                <a:avLst/>
                <a:gdLst/>
                <a:ahLst/>
                <a:cxnLst/>
                <a:rect r="r" b="b" t="t" l="l"/>
                <a:pathLst>
                  <a:path h="3252968" w="6247007">
                    <a:moveTo>
                      <a:pt x="0" y="0"/>
                    </a:moveTo>
                    <a:lnTo>
                      <a:pt x="6247007" y="0"/>
                    </a:lnTo>
                    <a:lnTo>
                      <a:pt x="6247007" y="3252968"/>
                    </a:lnTo>
                    <a:lnTo>
                      <a:pt x="0" y="3252968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66675" cap="sq">
                <a:solidFill>
                  <a:srgbClr val="B5EFE3"/>
                </a:solidFill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28575"/>
                <a:ext cx="6247007" cy="3281544"/>
              </a:xfrm>
              <a:prstGeom prst="rect">
                <a:avLst/>
              </a:prstGeom>
            </p:spPr>
            <p:txBody>
              <a:bodyPr anchor="ctr" rtlCol="false" tIns="48876" lIns="48876" bIns="48876" rIns="48876"/>
              <a:lstStyle/>
              <a:p>
                <a:pPr algn="ctr">
                  <a:lnSpc>
                    <a:spcPts val="2344"/>
                  </a:lnSpc>
                </a:pPr>
              </a:p>
            </p:txBody>
          </p:sp>
        </p:grpSp>
        <p:sp>
          <p:nvSpPr>
            <p:cNvPr name="Freeform 12" id="12"/>
            <p:cNvSpPr/>
            <p:nvPr/>
          </p:nvSpPr>
          <p:spPr>
            <a:xfrm flipH="false" flipV="false" rot="-10800000">
              <a:off x="18828976" y="8387239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69" y="0"/>
                  </a:lnTo>
                  <a:lnTo>
                    <a:pt x="4439969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39970" cy="4439970"/>
            </a:xfrm>
            <a:custGeom>
              <a:avLst/>
              <a:gdLst/>
              <a:ahLst/>
              <a:cxnLst/>
              <a:rect r="r" b="b" t="t" l="l"/>
              <a:pathLst>
                <a:path h="4439970" w="4439970">
                  <a:moveTo>
                    <a:pt x="0" y="0"/>
                  </a:moveTo>
                  <a:lnTo>
                    <a:pt x="4439970" y="0"/>
                  </a:lnTo>
                  <a:lnTo>
                    <a:pt x="4439970" y="4439970"/>
                  </a:lnTo>
                  <a:lnTo>
                    <a:pt x="0" y="443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3493371" y="2925628"/>
            <a:ext cx="11301259" cy="4435744"/>
          </a:xfrm>
          <a:custGeom>
            <a:avLst/>
            <a:gdLst/>
            <a:ahLst/>
            <a:cxnLst/>
            <a:rect r="r" b="b" t="t" l="l"/>
            <a:pathLst>
              <a:path h="4435744" w="11301259">
                <a:moveTo>
                  <a:pt x="0" y="0"/>
                </a:moveTo>
                <a:lnTo>
                  <a:pt x="11301258" y="0"/>
                </a:lnTo>
                <a:lnTo>
                  <a:pt x="11301258" y="4435744"/>
                </a:lnTo>
                <a:lnTo>
                  <a:pt x="0" y="44357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839075" y="1258774"/>
            <a:ext cx="14609851" cy="10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56"/>
              </a:lnSpc>
            </a:pPr>
            <a:r>
              <a:rPr lang="en-US" b="true" sz="6891" spc="2219">
                <a:solidFill>
                  <a:srgbClr val="27403B"/>
                </a:solidFill>
                <a:latin typeface="Raleway Heavy"/>
                <a:ea typeface="Raleway Heavy"/>
                <a:cs typeface="Raleway Heavy"/>
                <a:sym typeface="Raleway Heavy"/>
              </a:rPr>
              <a:t>COMPROMISOS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DAG0BbRXXhM</dc:identifier>
  <dcterms:modified xsi:type="dcterms:W3CDTF">2011-08-01T06:04:30Z</dcterms:modified>
  <cp:revision>1</cp:revision>
  <dc:title>Proyecto</dc:title>
</cp:coreProperties>
</file>