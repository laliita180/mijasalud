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Garet" panose="020B0604020202020204" charset="0"/>
      <p:regular r:id="rId10"/>
    </p:embeddedFont>
    <p:embeddedFont>
      <p:font typeface="Raleway" panose="020F0502020204030204" pitchFamily="2" charset="0"/>
      <p:regular r:id="rId11"/>
    </p:embeddedFont>
    <p:embeddedFont>
      <p:font typeface="Raleway Heavy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94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79705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4" name="Freeform 14"/>
          <p:cNvSpPr/>
          <p:nvPr/>
        </p:nvSpPr>
        <p:spPr>
          <a:xfrm>
            <a:off x="11326854" y="1028700"/>
            <a:ext cx="5932446" cy="1908594"/>
          </a:xfrm>
          <a:custGeom>
            <a:avLst/>
            <a:gdLst/>
            <a:ahLst/>
            <a:cxnLst/>
            <a:rect l="l" t="t" r="r" b="b"/>
            <a:pathLst>
              <a:path w="5932446" h="1908594">
                <a:moveTo>
                  <a:pt x="0" y="0"/>
                </a:moveTo>
                <a:lnTo>
                  <a:pt x="5932446" y="0"/>
                </a:lnTo>
                <a:lnTo>
                  <a:pt x="5932446" y="1908594"/>
                </a:lnTo>
                <a:lnTo>
                  <a:pt x="0" y="19085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2312014" y="4451565"/>
            <a:ext cx="13663973" cy="2232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18"/>
              </a:lnSpc>
            </a:pPr>
            <a:r>
              <a:rPr lang="en-US" sz="13601" b="1" spc="680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MIJA SALUD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267976" y="6737594"/>
            <a:ext cx="5675166" cy="3264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5"/>
              </a:lnSpc>
            </a:pPr>
            <a:r>
              <a:rPr lang="en-US" sz="1989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Ingeniería en Informática</a:t>
            </a:r>
          </a:p>
        </p:txBody>
      </p:sp>
      <p:sp>
        <p:nvSpPr>
          <p:cNvPr id="17" name="TextBox 17"/>
          <p:cNvSpPr txBox="1"/>
          <p:nvPr/>
        </p:nvSpPr>
        <p:spPr>
          <a:xfrm rot="-17737">
            <a:off x="1309056" y="7397250"/>
            <a:ext cx="5216715" cy="1628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315" spc="145" dirty="0" err="1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Integrantes</a:t>
            </a:r>
            <a:r>
              <a:rPr lang="en-US" sz="2315" spc="145" dirty="0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: Bárbara Poblete, Valentina Rojas, Yasna Vivar.</a:t>
            </a:r>
          </a:p>
          <a:p>
            <a:pPr algn="l">
              <a:lnSpc>
                <a:spcPts val="3242"/>
              </a:lnSpc>
            </a:pPr>
            <a:r>
              <a:rPr lang="en-US" sz="2315" spc="145" dirty="0" err="1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Docente</a:t>
            </a:r>
            <a:r>
              <a:rPr lang="en-US" sz="2315" spc="145" dirty="0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: Fernando Herrera</a:t>
            </a:r>
          </a:p>
          <a:p>
            <a:pPr algn="l">
              <a:lnSpc>
                <a:spcPts val="3242"/>
              </a:lnSpc>
              <a:spcBef>
                <a:spcPct val="0"/>
              </a:spcBef>
            </a:pPr>
            <a:r>
              <a:rPr lang="en-US" sz="2315" spc="145" dirty="0" err="1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Fecha</a:t>
            </a:r>
            <a:r>
              <a:rPr lang="en-US" sz="2315" spc="145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: 08/11/2025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312014" y="3199506"/>
            <a:ext cx="13663973" cy="1556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499"/>
              </a:lnSpc>
            </a:pPr>
            <a:r>
              <a:rPr lang="en-US" sz="9541" spc="477">
                <a:solidFill>
                  <a:srgbClr val="27403B"/>
                </a:solidFill>
                <a:latin typeface="Raleway"/>
                <a:ea typeface="Raleway"/>
                <a:cs typeface="Raleway"/>
                <a:sym typeface="Raleway"/>
              </a:rPr>
              <a:t>STATUS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145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839075" y="1258774"/>
            <a:ext cx="14609851" cy="10171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sz="6891" b="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ÍNDICE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754817" y="3043588"/>
            <a:ext cx="12778367" cy="4181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1. Compromisos pasados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2. En proceso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3. Avance del proyecto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4. Logros de la semana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5. Desvíos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6. Compromisos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39016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4" name="Freeform 14"/>
          <p:cNvSpPr/>
          <p:nvPr/>
        </p:nvSpPr>
        <p:spPr>
          <a:xfrm>
            <a:off x="3493371" y="3716926"/>
            <a:ext cx="11301259" cy="4322732"/>
          </a:xfrm>
          <a:custGeom>
            <a:avLst/>
            <a:gdLst/>
            <a:ahLst/>
            <a:cxnLst/>
            <a:rect l="l" t="t" r="r" b="b"/>
            <a:pathLst>
              <a:path w="11301259" h="4322732">
                <a:moveTo>
                  <a:pt x="0" y="0"/>
                </a:moveTo>
                <a:lnTo>
                  <a:pt x="11301258" y="0"/>
                </a:lnTo>
                <a:lnTo>
                  <a:pt x="11301258" y="4322732"/>
                </a:lnTo>
                <a:lnTo>
                  <a:pt x="0" y="43227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1839075" y="1258774"/>
            <a:ext cx="14609851" cy="2010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sz="6891" b="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COMPROMISOS PASADOS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0699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4" name="Freeform 14"/>
          <p:cNvSpPr/>
          <p:nvPr/>
        </p:nvSpPr>
        <p:spPr>
          <a:xfrm>
            <a:off x="5640463" y="2663955"/>
            <a:ext cx="7007074" cy="6183743"/>
          </a:xfrm>
          <a:custGeom>
            <a:avLst/>
            <a:gdLst/>
            <a:ahLst/>
            <a:cxnLst/>
            <a:rect l="l" t="t" r="r" b="b"/>
            <a:pathLst>
              <a:path w="7007074" h="6183743">
                <a:moveTo>
                  <a:pt x="0" y="0"/>
                </a:moveTo>
                <a:lnTo>
                  <a:pt x="7007074" y="0"/>
                </a:lnTo>
                <a:lnTo>
                  <a:pt x="7007074" y="6183743"/>
                </a:lnTo>
                <a:lnTo>
                  <a:pt x="0" y="61837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1839075" y="1258774"/>
            <a:ext cx="14609851" cy="10171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sz="6891" b="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EN PROGRESO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145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4" name="Freeform 14"/>
          <p:cNvSpPr/>
          <p:nvPr/>
        </p:nvSpPr>
        <p:spPr>
          <a:xfrm>
            <a:off x="2141030" y="3269223"/>
            <a:ext cx="9872734" cy="5652140"/>
          </a:xfrm>
          <a:custGeom>
            <a:avLst/>
            <a:gdLst/>
            <a:ahLst/>
            <a:cxnLst/>
            <a:rect l="l" t="t" r="r" b="b"/>
            <a:pathLst>
              <a:path w="9872734" h="5652140">
                <a:moveTo>
                  <a:pt x="0" y="0"/>
                </a:moveTo>
                <a:lnTo>
                  <a:pt x="9872734" y="0"/>
                </a:lnTo>
                <a:lnTo>
                  <a:pt x="9872734" y="5652140"/>
                </a:lnTo>
                <a:lnTo>
                  <a:pt x="0" y="56521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9933477" y="3376380"/>
            <a:ext cx="6947633" cy="4455169"/>
          </a:xfrm>
          <a:custGeom>
            <a:avLst/>
            <a:gdLst/>
            <a:ahLst/>
            <a:cxnLst/>
            <a:rect l="l" t="t" r="r" b="b"/>
            <a:pathLst>
              <a:path w="6947633" h="4455169">
                <a:moveTo>
                  <a:pt x="0" y="0"/>
                </a:moveTo>
                <a:lnTo>
                  <a:pt x="6947632" y="0"/>
                </a:lnTo>
                <a:lnTo>
                  <a:pt x="6947632" y="4455169"/>
                </a:lnTo>
                <a:lnTo>
                  <a:pt x="0" y="4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TextBox 16"/>
          <p:cNvSpPr txBox="1"/>
          <p:nvPr/>
        </p:nvSpPr>
        <p:spPr>
          <a:xfrm>
            <a:off x="1839075" y="1258774"/>
            <a:ext cx="14609851" cy="2010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sz="6891" b="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AVANCE DEL PROYECTO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145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4" name="Freeform 14"/>
          <p:cNvSpPr/>
          <p:nvPr/>
        </p:nvSpPr>
        <p:spPr>
          <a:xfrm>
            <a:off x="3493371" y="3801475"/>
            <a:ext cx="11301259" cy="2684049"/>
          </a:xfrm>
          <a:custGeom>
            <a:avLst/>
            <a:gdLst/>
            <a:ahLst/>
            <a:cxnLst/>
            <a:rect l="l" t="t" r="r" b="b"/>
            <a:pathLst>
              <a:path w="11301259" h="2684049">
                <a:moveTo>
                  <a:pt x="0" y="0"/>
                </a:moveTo>
                <a:lnTo>
                  <a:pt x="11301258" y="0"/>
                </a:lnTo>
                <a:lnTo>
                  <a:pt x="11301258" y="2684050"/>
                </a:lnTo>
                <a:lnTo>
                  <a:pt x="0" y="26840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1839075" y="1258774"/>
            <a:ext cx="14609851" cy="2010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sz="6891" b="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LOGROS DE LA SEMANA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145" y="425146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4" name="Freeform 14"/>
          <p:cNvSpPr/>
          <p:nvPr/>
        </p:nvSpPr>
        <p:spPr>
          <a:xfrm>
            <a:off x="3493371" y="3646083"/>
            <a:ext cx="11301259" cy="2994834"/>
          </a:xfrm>
          <a:custGeom>
            <a:avLst/>
            <a:gdLst/>
            <a:ahLst/>
            <a:cxnLst/>
            <a:rect l="l" t="t" r="r" b="b"/>
            <a:pathLst>
              <a:path w="11301259" h="2994834">
                <a:moveTo>
                  <a:pt x="0" y="0"/>
                </a:moveTo>
                <a:lnTo>
                  <a:pt x="11301258" y="0"/>
                </a:lnTo>
                <a:lnTo>
                  <a:pt x="11301258" y="2994834"/>
                </a:lnTo>
                <a:lnTo>
                  <a:pt x="0" y="29948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1839075" y="1258774"/>
            <a:ext cx="14609851" cy="10171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sz="6891" b="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DESVÍOS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03164" y="333297"/>
            <a:ext cx="17451709" cy="9620406"/>
            <a:chOff x="0" y="0"/>
            <a:chExt cx="23268945" cy="12827209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619526" cy="3649071"/>
              </a:xfrm>
              <a:custGeom>
                <a:avLst/>
                <a:gdLst/>
                <a:ahLst/>
                <a:cxnLst/>
                <a:rect l="l" t="t" r="r" b="b"/>
                <a:pathLst>
                  <a:path w="6619526" h="3649071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47050" cy="3469221"/>
              </a:xfrm>
              <a:custGeom>
                <a:avLst/>
                <a:gdLst/>
                <a:ahLst/>
                <a:cxnLst/>
                <a:rect l="l" t="t" r="r" b="b"/>
                <a:pathLst>
                  <a:path w="6447050" h="3469221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247007" cy="3252968"/>
              </a:xfrm>
              <a:custGeom>
                <a:avLst/>
                <a:gdLst/>
                <a:ahLst/>
                <a:cxnLst/>
                <a:rect l="l" t="t" r="r" b="b"/>
                <a:pathLst>
                  <a:path w="6247007" h="3252968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lIns="48876" tIns="48876" rIns="48876" bIns="48876" rtlCol="0" anchor="ctr"/>
              <a:lstStyle/>
              <a:p>
                <a:pPr algn="ctr">
                  <a:lnSpc>
                    <a:spcPts val="2344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439970" cy="4439970"/>
            </a:xfrm>
            <a:custGeom>
              <a:avLst/>
              <a:gdLst/>
              <a:ahLst/>
              <a:cxnLst/>
              <a:rect l="l" t="t" r="r" b="b"/>
              <a:pathLst>
                <a:path w="4439970" h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4" name="Freeform 14"/>
          <p:cNvSpPr/>
          <p:nvPr/>
        </p:nvSpPr>
        <p:spPr>
          <a:xfrm>
            <a:off x="3493371" y="2925628"/>
            <a:ext cx="11301259" cy="4435744"/>
          </a:xfrm>
          <a:custGeom>
            <a:avLst/>
            <a:gdLst/>
            <a:ahLst/>
            <a:cxnLst/>
            <a:rect l="l" t="t" r="r" b="b"/>
            <a:pathLst>
              <a:path w="11301259" h="4435744">
                <a:moveTo>
                  <a:pt x="0" y="0"/>
                </a:moveTo>
                <a:lnTo>
                  <a:pt x="11301258" y="0"/>
                </a:lnTo>
                <a:lnTo>
                  <a:pt x="11301258" y="4435744"/>
                </a:lnTo>
                <a:lnTo>
                  <a:pt x="0" y="44357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1839075" y="1258774"/>
            <a:ext cx="14609851" cy="10171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sz="6891" b="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COMPROMISOS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</Words>
  <Application>Microsoft Office PowerPoint</Application>
  <PresentationFormat>Personalizado</PresentationFormat>
  <Paragraphs>19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4" baseType="lpstr">
      <vt:lpstr>Raleway</vt:lpstr>
      <vt:lpstr>Raleway Heavy</vt:lpstr>
      <vt:lpstr>Calibri</vt:lpstr>
      <vt:lpstr>Arial</vt:lpstr>
      <vt:lpstr>Garet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</dc:title>
  <cp:lastModifiedBy>Office</cp:lastModifiedBy>
  <cp:revision>2</cp:revision>
  <dcterms:created xsi:type="dcterms:W3CDTF">2006-08-16T00:00:00Z</dcterms:created>
  <dcterms:modified xsi:type="dcterms:W3CDTF">2025-11-17T21:36:06Z</dcterms:modified>
  <dc:identifier>DAG0BbRXXhM</dc:identifier>
</cp:coreProperties>
</file>