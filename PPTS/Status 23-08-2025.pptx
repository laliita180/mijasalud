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aleway Heavy" charset="1" panose="00000000000000000000"/>
      <p:regular r:id="rId14"/>
    </p:embeddedFont>
    <p:embeddedFont>
      <p:font typeface="Garet" charset="1" panose="00000000000000000000"/>
      <p:regular r:id="rId15"/>
    </p:embeddedFont>
    <p:embeddedFont>
      <p:font typeface="Raleway" charset="1" panose="00000000000000000000"/>
      <p:regular r:id="rId16"/>
    </p:embeddedFont>
    <p:embeddedFont>
      <p:font typeface="Garet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326854" y="1028700"/>
            <a:ext cx="5932446" cy="1908594"/>
          </a:xfrm>
          <a:custGeom>
            <a:avLst/>
            <a:gdLst/>
            <a:ahLst/>
            <a:cxnLst/>
            <a:rect r="r" b="b" t="t" l="l"/>
            <a:pathLst>
              <a:path h="1908594" w="5932446">
                <a:moveTo>
                  <a:pt x="0" y="0"/>
                </a:moveTo>
                <a:lnTo>
                  <a:pt x="5932446" y="0"/>
                </a:lnTo>
                <a:lnTo>
                  <a:pt x="5932446" y="1908594"/>
                </a:lnTo>
                <a:lnTo>
                  <a:pt x="0" y="1908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12014" y="4451565"/>
            <a:ext cx="13663973" cy="223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8"/>
              </a:lnSpc>
            </a:pPr>
            <a:r>
              <a:rPr lang="en-US" b="true" sz="13601" spc="68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MIJA SALUD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67976" y="6737594"/>
            <a:ext cx="5675166" cy="32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Ingeniería en Informática</a:t>
            </a:r>
          </a:p>
        </p:txBody>
      </p:sp>
      <p:sp>
        <p:nvSpPr>
          <p:cNvPr name="TextBox 17" id="17"/>
          <p:cNvSpPr txBox="true"/>
          <p:nvPr/>
        </p:nvSpPr>
        <p:spPr>
          <a:xfrm rot="-17737">
            <a:off x="1309056" y="7397250"/>
            <a:ext cx="5216715" cy="162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Integrantes: Bárbara Poblete, Valentina Rojas, Yasna Vivar.</a:t>
            </a:r>
          </a:p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Docente: Fernando Herrera</a:t>
            </a:r>
          </a:p>
          <a:p>
            <a:pPr algn="l">
              <a:lnSpc>
                <a:spcPts val="3242"/>
              </a:lnSpc>
              <a:spcBef>
                <a:spcPct val="0"/>
              </a:spcBef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Fecha: 23/08/2025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12014" y="3199506"/>
            <a:ext cx="13663973" cy="15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STATUS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ÍNDICE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043588"/>
            <a:ext cx="12778367" cy="488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3. Compromisos pasados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4. En proceso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5. Avance del proyecto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6. Logros de la semana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7. Evidencia app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8. Desvíos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9. Compromisos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5680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 PASADOS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732455"/>
            <a:ext cx="12778367" cy="488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Diseño y aplicación de entrevistas a usuarios y funcionarios de salud</a:t>
            </a:r>
          </a:p>
          <a:p>
            <a:pPr algn="l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Análisis de entrevistas</a:t>
            </a:r>
          </a:p>
          <a:p>
            <a:pPr algn="l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Recolección de datos sobre flujo en SAPU, CESFAM y SAR (Maipú y Padre Hurtado)</a:t>
            </a:r>
          </a:p>
          <a:p>
            <a:pPr algn="l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Elaboración de informe cualitativo con resultados</a:t>
            </a:r>
          </a:p>
          <a:p>
            <a:pPr algn="l">
              <a:lnSpc>
                <a:spcPts val="557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1931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962077" y="2497159"/>
            <a:ext cx="6363845" cy="5917672"/>
          </a:xfrm>
          <a:custGeom>
            <a:avLst/>
            <a:gdLst/>
            <a:ahLst/>
            <a:cxnLst/>
            <a:rect r="r" b="b" t="t" l="l"/>
            <a:pathLst>
              <a:path h="5917672" w="6363845">
                <a:moveTo>
                  <a:pt x="0" y="0"/>
                </a:moveTo>
                <a:lnTo>
                  <a:pt x="6363846" y="0"/>
                </a:lnTo>
                <a:lnTo>
                  <a:pt x="6363846" y="5917671"/>
                </a:lnTo>
                <a:lnTo>
                  <a:pt x="0" y="59176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EN PROGRESO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0345069" y="4004706"/>
            <a:ext cx="6669648" cy="4722981"/>
          </a:xfrm>
          <a:custGeom>
            <a:avLst/>
            <a:gdLst/>
            <a:ahLst/>
            <a:cxnLst/>
            <a:rect r="r" b="b" t="t" l="l"/>
            <a:pathLst>
              <a:path h="4722981" w="6669648">
                <a:moveTo>
                  <a:pt x="0" y="0"/>
                </a:moveTo>
                <a:lnTo>
                  <a:pt x="6669648" y="0"/>
                </a:lnTo>
                <a:lnTo>
                  <a:pt x="6669648" y="4722981"/>
                </a:lnTo>
                <a:lnTo>
                  <a:pt x="0" y="47229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414" t="0" r="-3807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AVANCE DEL PROYECTO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63528" y="3585157"/>
            <a:ext cx="9722229" cy="5409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1: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3 semanas (En Progreso)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2: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4 semanas (PENDIENTE)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3: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(PENDIENTE)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4: 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 semanas (PENDIENTE)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5: 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 semanas (PENDIENTE)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6: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(PENDIENTE)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7: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1 semana (PENDIENTE)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LOGROS DE LA SEMANA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82886" y="3924561"/>
            <a:ext cx="9722229" cy="2285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1639" indent="-405820" lvl="1">
              <a:lnSpc>
                <a:spcPts val="6165"/>
              </a:lnSpc>
              <a:buFont typeface="Arial"/>
              <a:buChar char="•"/>
            </a:pP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Cada integrante del equipo se acomodó bien a sus tareas según sus capacidades.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425146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DESVÍOS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42595" y="3777445"/>
            <a:ext cx="10802810" cy="815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0"/>
              </a:lnSpc>
            </a:pPr>
            <a:r>
              <a:rPr lang="en-US" sz="417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 se detectaron desvíos esta semana.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3164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39784" y="2630429"/>
            <a:ext cx="11008432" cy="648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8757" indent="-379378" lvl="1">
              <a:lnSpc>
                <a:spcPts val="5763"/>
              </a:lnSpc>
              <a:buAutoNum type="arabicPeriod" startAt="1"/>
            </a:pPr>
            <a:r>
              <a:rPr lang="en-US" sz="351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Elaboración de requerimientos funcionales y no funcionales</a:t>
            </a:r>
          </a:p>
          <a:p>
            <a:pPr algn="l" marL="758757" indent="-379378" lvl="1">
              <a:lnSpc>
                <a:spcPts val="5763"/>
              </a:lnSpc>
              <a:buAutoNum type="arabicPeriod" startAt="1"/>
            </a:pPr>
            <a:r>
              <a:rPr lang="en-US" sz="351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Creación de tabla de funcionalidades priorizadas</a:t>
            </a:r>
          </a:p>
          <a:p>
            <a:pPr algn="l" marL="758757" indent="-379378" lvl="1">
              <a:lnSpc>
                <a:spcPts val="5763"/>
              </a:lnSpc>
              <a:buAutoNum type="arabicPeriod" startAt="1"/>
            </a:pPr>
            <a:r>
              <a:rPr lang="en-US" sz="351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Desarrollo de diagramas (casos de uso, flujo, arquitectura)</a:t>
            </a:r>
          </a:p>
          <a:p>
            <a:pPr algn="l" marL="758757" indent="-379378" lvl="1">
              <a:lnSpc>
                <a:spcPts val="5763"/>
              </a:lnSpc>
              <a:buAutoNum type="arabicPeriod" startAt="1"/>
            </a:pPr>
            <a:r>
              <a:rPr lang="en-US" sz="351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Diseño de mockups preliminares</a:t>
            </a:r>
          </a:p>
          <a:p>
            <a:pPr algn="l" marL="758757" indent="-379378" lvl="1">
              <a:lnSpc>
                <a:spcPts val="5763"/>
              </a:lnSpc>
              <a:buAutoNum type="arabicPeriod" startAt="1"/>
            </a:pPr>
            <a:r>
              <a:rPr lang="en-US" sz="351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Definición de estructura modular para frontend y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DAG0BbRXXhM</dc:identifier>
  <dcterms:modified xsi:type="dcterms:W3CDTF">2011-08-01T06:04:30Z</dcterms:modified>
  <cp:revision>1</cp:revision>
  <dc:title>Proyecto</dc:title>
</cp:coreProperties>
</file>