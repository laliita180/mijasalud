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Raleway Heavy" charset="1" panose="00000000000000000000"/>
      <p:regular r:id="rId14"/>
    </p:embeddedFont>
    <p:embeddedFont>
      <p:font typeface="Garet" charset="1" panose="00000000000000000000"/>
      <p:regular r:id="rId15"/>
    </p:embeddedFont>
    <p:embeddedFont>
      <p:font typeface="Raleway" charset="1" panose="00000000000000000000"/>
      <p:regular r:id="rId16"/>
    </p:embeddedFont>
    <p:embeddedFont>
      <p:font typeface="Garet Bold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1326854" y="1028700"/>
            <a:ext cx="5932446" cy="1908594"/>
          </a:xfrm>
          <a:custGeom>
            <a:avLst/>
            <a:gdLst/>
            <a:ahLst/>
            <a:cxnLst/>
            <a:rect r="r" b="b" t="t" l="l"/>
            <a:pathLst>
              <a:path h="1908594" w="5932446">
                <a:moveTo>
                  <a:pt x="0" y="0"/>
                </a:moveTo>
                <a:lnTo>
                  <a:pt x="5932446" y="0"/>
                </a:lnTo>
                <a:lnTo>
                  <a:pt x="5932446" y="1908594"/>
                </a:lnTo>
                <a:lnTo>
                  <a:pt x="0" y="19085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312014" y="4451565"/>
            <a:ext cx="13663973" cy="223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18"/>
              </a:lnSpc>
            </a:pPr>
            <a:r>
              <a:rPr lang="en-US" b="true" sz="13601" spc="680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MIJA SALUD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67976" y="6737594"/>
            <a:ext cx="5675166" cy="326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5"/>
              </a:lnSpc>
            </a:pPr>
            <a:r>
              <a:rPr lang="en-US" sz="1989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Ingeniería en Informática</a:t>
            </a:r>
          </a:p>
        </p:txBody>
      </p:sp>
      <p:sp>
        <p:nvSpPr>
          <p:cNvPr name="TextBox 17" id="17"/>
          <p:cNvSpPr txBox="true"/>
          <p:nvPr/>
        </p:nvSpPr>
        <p:spPr>
          <a:xfrm rot="-17737">
            <a:off x="1309056" y="7397250"/>
            <a:ext cx="5216715" cy="162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Integrantes: Bárbara Poblete, Valentina Rojas, Yasna Vivar.</a:t>
            </a:r>
          </a:p>
          <a:p>
            <a:pPr algn="l">
              <a:lnSpc>
                <a:spcPts val="3242"/>
              </a:lnSpc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Docente: Fernando Herrera</a:t>
            </a:r>
          </a:p>
          <a:p>
            <a:pPr algn="l">
              <a:lnSpc>
                <a:spcPts val="3242"/>
              </a:lnSpc>
              <a:spcBef>
                <a:spcPct val="0"/>
              </a:spcBef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Fecha: 15/11/2025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12014" y="3199506"/>
            <a:ext cx="13663973" cy="1556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99"/>
              </a:lnSpc>
            </a:pPr>
            <a:r>
              <a:rPr lang="en-US" sz="9541" spc="477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</a:rPr>
              <a:t>STATUS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ÍNDICE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54817" y="3043588"/>
            <a:ext cx="12778367" cy="418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1. Compromisos pasados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2. En proceso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3. Avance del proyecto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4. Logros de la semana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5. Desvíos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6. Compromisos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COMPROMISOS PASADOS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37521" y="3701839"/>
            <a:ext cx="12778367" cy="418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Revisión de código fuente</a:t>
            </a:r>
          </a:p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Correcciones menores en funcionalidades</a:t>
            </a:r>
          </a:p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Mejora de experiencia de usuario en navegación</a:t>
            </a:r>
          </a:p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Alineación de toda la lógica con los modelos backend reales</a:t>
            </a:r>
          </a:p>
          <a:p>
            <a:pPr algn="just">
              <a:lnSpc>
                <a:spcPts val="5575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455762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5967350" y="2951456"/>
            <a:ext cx="6353301" cy="4965798"/>
          </a:xfrm>
          <a:custGeom>
            <a:avLst/>
            <a:gdLst/>
            <a:ahLst/>
            <a:cxnLst/>
            <a:rect r="r" b="b" t="t" l="l"/>
            <a:pathLst>
              <a:path h="4965798" w="6353301">
                <a:moveTo>
                  <a:pt x="0" y="0"/>
                </a:moveTo>
                <a:lnTo>
                  <a:pt x="6353300" y="0"/>
                </a:lnTo>
                <a:lnTo>
                  <a:pt x="6353300" y="4965798"/>
                </a:lnTo>
                <a:lnTo>
                  <a:pt x="0" y="49657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EN PROGRESO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8849870" y="3430604"/>
            <a:ext cx="8272962" cy="5278454"/>
          </a:xfrm>
          <a:custGeom>
            <a:avLst/>
            <a:gdLst/>
            <a:ahLst/>
            <a:cxnLst/>
            <a:rect r="r" b="b" t="t" l="l"/>
            <a:pathLst>
              <a:path h="5278454" w="8272962">
                <a:moveTo>
                  <a:pt x="0" y="0"/>
                </a:moveTo>
                <a:lnTo>
                  <a:pt x="8272961" y="0"/>
                </a:lnTo>
                <a:lnTo>
                  <a:pt x="8272961" y="5278454"/>
                </a:lnTo>
                <a:lnTo>
                  <a:pt x="0" y="52784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AVANCE DEL PROYECTO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49007" y="3554976"/>
            <a:ext cx="8170608" cy="488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1: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3 semanas (LISTO)</a:t>
            </a:r>
          </a:p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2: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4 semanas (LISTO)</a:t>
            </a:r>
          </a:p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3: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2 semanas (LISTO)</a:t>
            </a:r>
          </a:p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4: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2 semanas (LISTO)</a:t>
            </a:r>
          </a:p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5: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2 semanas (LISTO)</a:t>
            </a:r>
          </a:p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6: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2 semanas (En Progreso)</a:t>
            </a:r>
          </a:p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7: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1 semana (PENDIENTE)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534321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LOGROS DE LA SEMANA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47660" y="4743195"/>
            <a:ext cx="12778367" cy="1362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El equipo logró una reunión de planning para afinar detalles y pulir el proyecto.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425146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DESVÍOS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47660" y="4743195"/>
            <a:ext cx="12778367" cy="1362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Esta semana se trabajó exitosamente, por lo que no hubieron desvíos.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3164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COMPROMISOS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076288" y="3104821"/>
            <a:ext cx="12778367" cy="3477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Integración del informe completo</a:t>
            </a:r>
          </a:p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Redacción de conclusiones y recomendaciones</a:t>
            </a:r>
          </a:p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Validación del cumplimiento de objetivos</a:t>
            </a:r>
          </a:p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Verificación de consistencia entre mockups, funcionalidades implementadas y lo documentado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DAG0BbRXXhM</dc:identifier>
  <dcterms:modified xsi:type="dcterms:W3CDTF">2011-08-01T06:04:30Z</dcterms:modified>
  <cp:revision>1</cp:revision>
  <dc:title>Proyecto</dc:title>
</cp:coreProperties>
</file>