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01/11/2025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680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732455"/>
            <a:ext cx="12778367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1.Pruebas entre app y web con casos simulados</a:t>
            </a:r>
          </a:p>
          <a:p>
            <a:pPr algn="l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Evaluación del cumplimiento de requerimientos funcionales</a:t>
            </a:r>
          </a:p>
          <a:p>
            <a:pPr algn="l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Redacción del informe de pruebas</a:t>
            </a:r>
          </a:p>
          <a:p>
            <a:pPr algn="l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Ajustes en la lógica de triage y conexión entre categorización y mapa</a:t>
            </a:r>
          </a:p>
          <a:p>
            <a:pPr algn="l">
              <a:lnSpc>
                <a:spcPts val="557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1931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317656" y="2562229"/>
            <a:ext cx="9652688" cy="5683020"/>
          </a:xfrm>
          <a:custGeom>
            <a:avLst/>
            <a:gdLst/>
            <a:ahLst/>
            <a:cxnLst/>
            <a:rect r="r" b="b" t="t" l="l"/>
            <a:pathLst>
              <a:path h="5683020" w="9652688">
                <a:moveTo>
                  <a:pt x="0" y="0"/>
                </a:moveTo>
                <a:lnTo>
                  <a:pt x="9652688" y="0"/>
                </a:lnTo>
                <a:lnTo>
                  <a:pt x="9652688" y="5683020"/>
                </a:lnTo>
                <a:lnTo>
                  <a:pt x="0" y="5683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430219" y="3269223"/>
            <a:ext cx="9855387" cy="5654529"/>
          </a:xfrm>
          <a:custGeom>
            <a:avLst/>
            <a:gdLst/>
            <a:ahLst/>
            <a:cxnLst/>
            <a:rect r="r" b="b" t="t" l="l"/>
            <a:pathLst>
              <a:path h="5654529" w="9855387">
                <a:moveTo>
                  <a:pt x="0" y="0"/>
                </a:moveTo>
                <a:lnTo>
                  <a:pt x="9855388" y="0"/>
                </a:lnTo>
                <a:lnTo>
                  <a:pt x="9855388" y="5654528"/>
                </a:lnTo>
                <a:lnTo>
                  <a:pt x="0" y="5654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28812" y="3269223"/>
            <a:ext cx="6935542" cy="4239350"/>
          </a:xfrm>
          <a:custGeom>
            <a:avLst/>
            <a:gdLst/>
            <a:ahLst/>
            <a:cxnLst/>
            <a:rect r="r" b="b" t="t" l="l"/>
            <a:pathLst>
              <a:path h="4239350" w="6935542">
                <a:moveTo>
                  <a:pt x="0" y="0"/>
                </a:moveTo>
                <a:lnTo>
                  <a:pt x="6935542" y="0"/>
                </a:lnTo>
                <a:lnTo>
                  <a:pt x="6935542" y="4239350"/>
                </a:lnTo>
                <a:lnTo>
                  <a:pt x="0" y="4239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3646083"/>
            <a:ext cx="11301259" cy="2994834"/>
          </a:xfrm>
          <a:custGeom>
            <a:avLst/>
            <a:gdLst/>
            <a:ahLst/>
            <a:cxnLst/>
            <a:rect r="r" b="b" t="t" l="l"/>
            <a:pathLst>
              <a:path h="2994834" w="11301259">
                <a:moveTo>
                  <a:pt x="0" y="0"/>
                </a:moveTo>
                <a:lnTo>
                  <a:pt x="11301258" y="0"/>
                </a:lnTo>
                <a:lnTo>
                  <a:pt x="11301258" y="2994834"/>
                </a:lnTo>
                <a:lnTo>
                  <a:pt x="0" y="2994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3646083"/>
            <a:ext cx="11301259" cy="2994834"/>
          </a:xfrm>
          <a:custGeom>
            <a:avLst/>
            <a:gdLst/>
            <a:ahLst/>
            <a:cxnLst/>
            <a:rect r="r" b="b" t="t" l="l"/>
            <a:pathLst>
              <a:path h="2994834" w="11301259">
                <a:moveTo>
                  <a:pt x="0" y="0"/>
                </a:moveTo>
                <a:lnTo>
                  <a:pt x="11301258" y="0"/>
                </a:lnTo>
                <a:lnTo>
                  <a:pt x="11301258" y="2994834"/>
                </a:lnTo>
                <a:lnTo>
                  <a:pt x="0" y="2994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2551274"/>
            <a:ext cx="11301259" cy="5184453"/>
          </a:xfrm>
          <a:custGeom>
            <a:avLst/>
            <a:gdLst/>
            <a:ahLst/>
            <a:cxnLst/>
            <a:rect r="r" b="b" t="t" l="l"/>
            <a:pathLst>
              <a:path h="5184453" w="11301259">
                <a:moveTo>
                  <a:pt x="0" y="0"/>
                </a:moveTo>
                <a:lnTo>
                  <a:pt x="11301258" y="0"/>
                </a:lnTo>
                <a:lnTo>
                  <a:pt x="11301258" y="5184452"/>
                </a:lnTo>
                <a:lnTo>
                  <a:pt x="0" y="5184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