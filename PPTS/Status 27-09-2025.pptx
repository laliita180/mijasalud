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27/09/2025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7521" y="3701839"/>
            <a:ext cx="12778367" cy="347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Conexión completa entre app móvil y backend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Lectura y escritura de datos a MongoDB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Integración de datos en tiempo real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Ajustes visuales en interfaz según mockups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Configuración de despliegue en Railway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55762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182510" y="2918202"/>
            <a:ext cx="5922981" cy="5032307"/>
          </a:xfrm>
          <a:custGeom>
            <a:avLst/>
            <a:gdLst/>
            <a:ahLst/>
            <a:cxnLst/>
            <a:rect r="r" b="b" t="t" l="l"/>
            <a:pathLst>
              <a:path h="5032307" w="5922981">
                <a:moveTo>
                  <a:pt x="0" y="0"/>
                </a:moveTo>
                <a:lnTo>
                  <a:pt x="5922980" y="0"/>
                </a:lnTo>
                <a:lnTo>
                  <a:pt x="5922980" y="5032307"/>
                </a:lnTo>
                <a:lnTo>
                  <a:pt x="0" y="503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259376" y="3564552"/>
            <a:ext cx="7739685" cy="4495957"/>
          </a:xfrm>
          <a:custGeom>
            <a:avLst/>
            <a:gdLst/>
            <a:ahLst/>
            <a:cxnLst/>
            <a:rect r="r" b="b" t="t" l="l"/>
            <a:pathLst>
              <a:path h="4495957" w="7739685">
                <a:moveTo>
                  <a:pt x="0" y="0"/>
                </a:moveTo>
                <a:lnTo>
                  <a:pt x="7739685" y="0"/>
                </a:lnTo>
                <a:lnTo>
                  <a:pt x="7739685" y="4495957"/>
                </a:lnTo>
                <a:lnTo>
                  <a:pt x="0" y="4495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equipo logró una reunión de planning para resolver dudas y formas de trabajo.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 semana se trabajó exitosamente, por lo que no hubieron desvíos.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6288" y="3104821"/>
            <a:ext cx="12778367" cy="559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Visualización de historial clínico por parte del funcionario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Registro de llegada del paciente desde app y actualización de estado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Asignación manual de tiempo de espera y funcionario responsable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Mejora de lógica de flujo del recinto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Revisión y ajuste de colecciones en base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