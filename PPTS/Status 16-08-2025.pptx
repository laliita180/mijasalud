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16/08/2025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7. Evidencia app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8.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68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32455"/>
            <a:ext cx="12778367" cy="559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Definición del objetivo principal del sistema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de guías MINSAL (categorización C1 a C5)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 introducción, justificación y objetivos del proyecto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Inicio de la recopilación bibliográfica</a:t>
            </a:r>
          </a:p>
          <a:p>
            <a:pPr algn="l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Enfoque educativo y redacción desde la perspectiva de TENS</a:t>
            </a:r>
          </a:p>
          <a:p>
            <a:pPr algn="l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1931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07293" y="2724081"/>
            <a:ext cx="6473415" cy="5756892"/>
          </a:xfrm>
          <a:custGeom>
            <a:avLst/>
            <a:gdLst/>
            <a:ahLst/>
            <a:cxnLst/>
            <a:rect r="r" b="b" t="t" l="l"/>
            <a:pathLst>
              <a:path h="5756892" w="6473415">
                <a:moveTo>
                  <a:pt x="0" y="0"/>
                </a:moveTo>
                <a:lnTo>
                  <a:pt x="6473414" y="0"/>
                </a:lnTo>
                <a:lnTo>
                  <a:pt x="6473414" y="5756892"/>
                </a:lnTo>
                <a:lnTo>
                  <a:pt x="0" y="575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345069" y="4004706"/>
            <a:ext cx="6669648" cy="4722981"/>
          </a:xfrm>
          <a:custGeom>
            <a:avLst/>
            <a:gdLst/>
            <a:ahLst/>
            <a:cxnLst/>
            <a:rect r="r" b="b" t="t" l="l"/>
            <a:pathLst>
              <a:path h="4722981" w="6669648">
                <a:moveTo>
                  <a:pt x="0" y="0"/>
                </a:moveTo>
                <a:lnTo>
                  <a:pt x="6669648" y="0"/>
                </a:lnTo>
                <a:lnTo>
                  <a:pt x="6669648" y="4722981"/>
                </a:lnTo>
                <a:lnTo>
                  <a:pt x="0" y="4722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14" t="0" r="-380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3528" y="3585157"/>
            <a:ext cx="9722229" cy="54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semanas (En Progreso)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 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6165"/>
              </a:lnSpc>
            </a:pPr>
            <a:r>
              <a:rPr lang="en-US" sz="375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2886" y="3924561"/>
            <a:ext cx="9722229" cy="150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1639" indent="-405820" lvl="1">
              <a:lnSpc>
                <a:spcPts val="6165"/>
              </a:lnSpc>
              <a:buFont typeface="Arial"/>
              <a:buChar char="•"/>
            </a:pPr>
            <a:r>
              <a:rPr lang="en-US" sz="375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Reunión inicial para definir roles, tareas y modo de trabajo.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42595" y="3777445"/>
            <a:ext cx="10802810" cy="341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0"/>
              </a:lnSpc>
            </a:pPr>
            <a:r>
              <a:rPr lang="en-US" sz="417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Costó un poco definir la reunión y se tuvo que aplazar un día la fecha, pero finalmente se logró realizar la reunión inicial.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84" y="2630429"/>
            <a:ext cx="11008432" cy="5032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Diseño y aplicación de entrevistas a usuarios y funcionarios de salud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Análisis de entrevistas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Recolección de datos sobre flujo en SAPU, CESFAM y SAR (Maipú y Padre Hurtado)</a:t>
            </a:r>
          </a:p>
          <a:p>
            <a:pPr algn="l" marL="758757" indent="-379378" lvl="1">
              <a:lnSpc>
                <a:spcPts val="5763"/>
              </a:lnSpc>
              <a:buAutoNum type="arabicPeriod" startAt="1"/>
            </a:pPr>
            <a:r>
              <a:rPr lang="en-US" sz="351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Elaboración de informe cualitativo con resultados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