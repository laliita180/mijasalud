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20/09/2025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564066"/>
            <a:ext cx="12778367" cy="347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Análisis y configuración inicial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Desarrollo de la función de localización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Automatización de centros de salud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Integración con flujo del sistema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Pruebas y documentación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55762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890747" y="2908593"/>
            <a:ext cx="6506505" cy="4959676"/>
          </a:xfrm>
          <a:custGeom>
            <a:avLst/>
            <a:gdLst/>
            <a:ahLst/>
            <a:cxnLst/>
            <a:rect r="r" b="b" t="t" l="l"/>
            <a:pathLst>
              <a:path h="4959676" w="6506505">
                <a:moveTo>
                  <a:pt x="0" y="0"/>
                </a:moveTo>
                <a:lnTo>
                  <a:pt x="6506506" y="0"/>
                </a:lnTo>
                <a:lnTo>
                  <a:pt x="6506506" y="4959676"/>
                </a:lnTo>
                <a:lnTo>
                  <a:pt x="0" y="4959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259376" y="3564552"/>
            <a:ext cx="7739685" cy="4495957"/>
          </a:xfrm>
          <a:custGeom>
            <a:avLst/>
            <a:gdLst/>
            <a:ahLst/>
            <a:cxnLst/>
            <a:rect r="r" b="b" t="t" l="l"/>
            <a:pathLst>
              <a:path h="4495957" w="7739685">
                <a:moveTo>
                  <a:pt x="0" y="0"/>
                </a:moveTo>
                <a:lnTo>
                  <a:pt x="7739685" y="0"/>
                </a:lnTo>
                <a:lnTo>
                  <a:pt x="7739685" y="4495957"/>
                </a:lnTo>
                <a:lnTo>
                  <a:pt x="0" y="4495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007" y="3554976"/>
            <a:ext cx="8170608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3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logró la función de localización exitosamente, es un logro ya que costó un poco realizarla.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un comienzo costó incorporar la función de localización pero con varios intentos se logró.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6288" y="3104821"/>
            <a:ext cx="12778367" cy="347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Conexión completa entre app móvil y backend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Lectura y escritura de datos a MongoDB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Integración de datos en tiempo real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Ajustes visuales en interfaz según mockups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Configuración de despliegue en Railway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