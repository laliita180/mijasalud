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Raleway Heavy" charset="1" panose="00000000000000000000"/>
      <p:regular r:id="rId14"/>
    </p:embeddedFont>
    <p:embeddedFont>
      <p:font typeface="Garet" charset="1" panose="00000000000000000000"/>
      <p:regular r:id="rId15"/>
    </p:embeddedFont>
    <p:embeddedFont>
      <p:font typeface="Raleway" charset="1" panose="0000000000000000000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6.png" Type="http://schemas.openxmlformats.org/officeDocument/2006/relationships/image"/><Relationship Id="rId5" Target="../media/image7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8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9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0.png" Type="http://schemas.openxmlformats.org/officeDocument/2006/relationships/image"/><Relationship Id="rId5" Target="../media/image1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79705" y="333297"/>
            <a:ext cx="17451709" cy="9620406"/>
            <a:chOff x="0" y="0"/>
            <a:chExt cx="23268945" cy="1282720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619526" cy="3649071"/>
              </a:xfrm>
              <a:custGeom>
                <a:avLst/>
                <a:gdLst/>
                <a:ahLst/>
                <a:cxnLst/>
                <a:rect r="r" b="b" t="t" l="l"/>
                <a:pathLst>
                  <a:path h="3649071" w="6619526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6447050" cy="3469221"/>
              </a:xfrm>
              <a:custGeom>
                <a:avLst/>
                <a:gdLst/>
                <a:ahLst/>
                <a:cxnLst/>
                <a:rect r="r" b="b" t="t" l="l"/>
                <a:pathLst>
                  <a:path h="3469221" w="6447050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247007" cy="3252968"/>
              </a:xfrm>
              <a:custGeom>
                <a:avLst/>
                <a:gdLst/>
                <a:ahLst/>
                <a:cxnLst/>
                <a:rect r="r" b="b" t="t" l="l"/>
                <a:pathLst>
                  <a:path h="3252968" w="6247007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sp>
          <p:nvSpPr>
            <p:cNvPr name="Freeform 12" id="12"/>
            <p:cNvSpPr/>
            <p:nvPr/>
          </p:nvSpPr>
          <p:spPr>
            <a:xfrm flipH="false" flipV="false"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11326854" y="1028700"/>
            <a:ext cx="5932446" cy="1908594"/>
          </a:xfrm>
          <a:custGeom>
            <a:avLst/>
            <a:gdLst/>
            <a:ahLst/>
            <a:cxnLst/>
            <a:rect r="r" b="b" t="t" l="l"/>
            <a:pathLst>
              <a:path h="1908594" w="5932446">
                <a:moveTo>
                  <a:pt x="0" y="0"/>
                </a:moveTo>
                <a:lnTo>
                  <a:pt x="5932446" y="0"/>
                </a:lnTo>
                <a:lnTo>
                  <a:pt x="5932446" y="1908594"/>
                </a:lnTo>
                <a:lnTo>
                  <a:pt x="0" y="19085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2312014" y="4451565"/>
            <a:ext cx="13663973" cy="22328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818"/>
              </a:lnSpc>
            </a:pPr>
            <a:r>
              <a:rPr lang="en-US" b="true" sz="13601" spc="680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MIJA SALUD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267976" y="6737594"/>
            <a:ext cx="5675166" cy="3264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85"/>
              </a:lnSpc>
            </a:pPr>
            <a:r>
              <a:rPr lang="en-US" sz="1989">
                <a:solidFill>
                  <a:srgbClr val="27403B"/>
                </a:solidFill>
                <a:latin typeface="Garet"/>
                <a:ea typeface="Garet"/>
                <a:cs typeface="Garet"/>
                <a:sym typeface="Garet"/>
              </a:rPr>
              <a:t>Ingeniería en Informática</a:t>
            </a:r>
          </a:p>
        </p:txBody>
      </p:sp>
      <p:sp>
        <p:nvSpPr>
          <p:cNvPr name="TextBox 17" id="17"/>
          <p:cNvSpPr txBox="true"/>
          <p:nvPr/>
        </p:nvSpPr>
        <p:spPr>
          <a:xfrm rot="-17737">
            <a:off x="1309056" y="7397250"/>
            <a:ext cx="5216715" cy="1628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315" spc="145">
                <a:solidFill>
                  <a:srgbClr val="27403B"/>
                </a:solidFill>
                <a:latin typeface="Garet"/>
                <a:ea typeface="Garet"/>
                <a:cs typeface="Garet"/>
                <a:sym typeface="Garet"/>
              </a:rPr>
              <a:t>Integrantes: Bárbara Poblete, Valentina Rojas, Yasna Vivar.</a:t>
            </a:r>
          </a:p>
          <a:p>
            <a:pPr algn="l">
              <a:lnSpc>
                <a:spcPts val="3242"/>
              </a:lnSpc>
            </a:pPr>
            <a:r>
              <a:rPr lang="en-US" sz="2315" spc="145">
                <a:solidFill>
                  <a:srgbClr val="27403B"/>
                </a:solidFill>
                <a:latin typeface="Garet"/>
                <a:ea typeface="Garet"/>
                <a:cs typeface="Garet"/>
                <a:sym typeface="Garet"/>
              </a:rPr>
              <a:t>Docente: Fernando Herrera</a:t>
            </a:r>
          </a:p>
          <a:p>
            <a:pPr algn="l">
              <a:lnSpc>
                <a:spcPts val="3242"/>
              </a:lnSpc>
              <a:spcBef>
                <a:spcPct val="0"/>
              </a:spcBef>
            </a:pPr>
            <a:r>
              <a:rPr lang="en-US" sz="2315" spc="145">
                <a:solidFill>
                  <a:srgbClr val="27403B"/>
                </a:solidFill>
                <a:latin typeface="Garet"/>
                <a:ea typeface="Garet"/>
                <a:cs typeface="Garet"/>
                <a:sym typeface="Garet"/>
              </a:rPr>
              <a:t>Fecha: 11/10/2025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312014" y="3199506"/>
            <a:ext cx="13663973" cy="15561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499"/>
              </a:lnSpc>
            </a:pPr>
            <a:r>
              <a:rPr lang="en-US" sz="9541" spc="477">
                <a:solidFill>
                  <a:srgbClr val="27403B"/>
                </a:solidFill>
                <a:latin typeface="Raleway"/>
                <a:ea typeface="Raleway"/>
                <a:cs typeface="Raleway"/>
                <a:sym typeface="Raleway"/>
              </a:rPr>
              <a:t>STATUS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18145" y="333297"/>
            <a:ext cx="17451709" cy="9620406"/>
            <a:chOff x="0" y="0"/>
            <a:chExt cx="23268945" cy="1282720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619526" cy="3649071"/>
              </a:xfrm>
              <a:custGeom>
                <a:avLst/>
                <a:gdLst/>
                <a:ahLst/>
                <a:cxnLst/>
                <a:rect r="r" b="b" t="t" l="l"/>
                <a:pathLst>
                  <a:path h="3649071" w="6619526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6447050" cy="3469221"/>
              </a:xfrm>
              <a:custGeom>
                <a:avLst/>
                <a:gdLst/>
                <a:ahLst/>
                <a:cxnLst/>
                <a:rect r="r" b="b" t="t" l="l"/>
                <a:pathLst>
                  <a:path h="3469221" w="6447050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247007" cy="3252968"/>
              </a:xfrm>
              <a:custGeom>
                <a:avLst/>
                <a:gdLst/>
                <a:ahLst/>
                <a:cxnLst/>
                <a:rect r="r" b="b" t="t" l="l"/>
                <a:pathLst>
                  <a:path h="3252968" w="6247007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sp>
          <p:nvSpPr>
            <p:cNvPr name="Freeform 12" id="12"/>
            <p:cNvSpPr/>
            <p:nvPr/>
          </p:nvSpPr>
          <p:spPr>
            <a:xfrm flipH="false" flipV="false"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839075" y="1258774"/>
            <a:ext cx="14609851" cy="101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56"/>
              </a:lnSpc>
            </a:pPr>
            <a:r>
              <a:rPr lang="en-US" b="true" sz="6891" spc="2219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ÍNDICE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754817" y="3043588"/>
            <a:ext cx="12778367" cy="4181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75"/>
              </a:lnSpc>
            </a:pPr>
            <a:r>
              <a:rPr lang="en-US" sz="339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1. Compromisos pasados</a:t>
            </a:r>
          </a:p>
          <a:p>
            <a:pPr algn="ctr">
              <a:lnSpc>
                <a:spcPts val="5575"/>
              </a:lnSpc>
            </a:pPr>
            <a:r>
              <a:rPr lang="en-US" sz="339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2. En proceso</a:t>
            </a:r>
          </a:p>
          <a:p>
            <a:pPr algn="ctr">
              <a:lnSpc>
                <a:spcPts val="5575"/>
              </a:lnSpc>
            </a:pPr>
            <a:r>
              <a:rPr lang="en-US" sz="339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3. Avance del proyecto</a:t>
            </a:r>
          </a:p>
          <a:p>
            <a:pPr algn="ctr">
              <a:lnSpc>
                <a:spcPts val="5575"/>
              </a:lnSpc>
            </a:pPr>
            <a:r>
              <a:rPr lang="en-US" sz="339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4. Logros de la semana</a:t>
            </a:r>
          </a:p>
          <a:p>
            <a:pPr algn="ctr">
              <a:lnSpc>
                <a:spcPts val="5575"/>
              </a:lnSpc>
            </a:pPr>
            <a:r>
              <a:rPr lang="en-US" sz="339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5. Desvíos</a:t>
            </a:r>
          </a:p>
          <a:p>
            <a:pPr algn="ctr">
              <a:lnSpc>
                <a:spcPts val="5575"/>
              </a:lnSpc>
            </a:pPr>
            <a:r>
              <a:rPr lang="en-US" sz="339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6. Compromisos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39016" y="333297"/>
            <a:ext cx="17451709" cy="9620406"/>
            <a:chOff x="0" y="0"/>
            <a:chExt cx="23268945" cy="1282720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619526" cy="3649071"/>
              </a:xfrm>
              <a:custGeom>
                <a:avLst/>
                <a:gdLst/>
                <a:ahLst/>
                <a:cxnLst/>
                <a:rect r="r" b="b" t="t" l="l"/>
                <a:pathLst>
                  <a:path h="3649071" w="6619526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6447050" cy="3469221"/>
              </a:xfrm>
              <a:custGeom>
                <a:avLst/>
                <a:gdLst/>
                <a:ahLst/>
                <a:cxnLst/>
                <a:rect r="r" b="b" t="t" l="l"/>
                <a:pathLst>
                  <a:path h="3469221" w="6447050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247007" cy="3252968"/>
              </a:xfrm>
              <a:custGeom>
                <a:avLst/>
                <a:gdLst/>
                <a:ahLst/>
                <a:cxnLst/>
                <a:rect r="r" b="b" t="t" l="l"/>
                <a:pathLst>
                  <a:path h="3252968" w="6247007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sp>
          <p:nvSpPr>
            <p:cNvPr name="Freeform 12" id="12"/>
            <p:cNvSpPr/>
            <p:nvPr/>
          </p:nvSpPr>
          <p:spPr>
            <a:xfrm flipH="false" flipV="false"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3493371" y="3450806"/>
            <a:ext cx="11301259" cy="4365111"/>
          </a:xfrm>
          <a:custGeom>
            <a:avLst/>
            <a:gdLst/>
            <a:ahLst/>
            <a:cxnLst/>
            <a:rect r="r" b="b" t="t" l="l"/>
            <a:pathLst>
              <a:path h="4365111" w="11301259">
                <a:moveTo>
                  <a:pt x="0" y="0"/>
                </a:moveTo>
                <a:lnTo>
                  <a:pt x="11301258" y="0"/>
                </a:lnTo>
                <a:lnTo>
                  <a:pt x="11301258" y="4365111"/>
                </a:lnTo>
                <a:lnTo>
                  <a:pt x="0" y="43651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839075" y="1258774"/>
            <a:ext cx="14609851" cy="20104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56"/>
              </a:lnSpc>
            </a:pPr>
            <a:r>
              <a:rPr lang="en-US" b="true" sz="6891" spc="2219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COMPROMISOS PASADOS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0699" y="333297"/>
            <a:ext cx="17451709" cy="9620406"/>
            <a:chOff x="0" y="0"/>
            <a:chExt cx="23268945" cy="1282720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619526" cy="3649071"/>
              </a:xfrm>
              <a:custGeom>
                <a:avLst/>
                <a:gdLst/>
                <a:ahLst/>
                <a:cxnLst/>
                <a:rect r="r" b="b" t="t" l="l"/>
                <a:pathLst>
                  <a:path h="3649071" w="6619526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6447050" cy="3469221"/>
              </a:xfrm>
              <a:custGeom>
                <a:avLst/>
                <a:gdLst/>
                <a:ahLst/>
                <a:cxnLst/>
                <a:rect r="r" b="b" t="t" l="l"/>
                <a:pathLst>
                  <a:path h="3469221" w="6447050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247007" cy="3252968"/>
              </a:xfrm>
              <a:custGeom>
                <a:avLst/>
                <a:gdLst/>
                <a:ahLst/>
                <a:cxnLst/>
                <a:rect r="r" b="b" t="t" l="l"/>
                <a:pathLst>
                  <a:path h="3252968" w="6247007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sp>
          <p:nvSpPr>
            <p:cNvPr name="Freeform 12" id="12"/>
            <p:cNvSpPr/>
            <p:nvPr/>
          </p:nvSpPr>
          <p:spPr>
            <a:xfrm flipH="false" flipV="false"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4325881" y="2423275"/>
            <a:ext cx="9636238" cy="5685380"/>
          </a:xfrm>
          <a:custGeom>
            <a:avLst/>
            <a:gdLst/>
            <a:ahLst/>
            <a:cxnLst/>
            <a:rect r="r" b="b" t="t" l="l"/>
            <a:pathLst>
              <a:path h="5685380" w="9636238">
                <a:moveTo>
                  <a:pt x="0" y="0"/>
                </a:moveTo>
                <a:lnTo>
                  <a:pt x="9636238" y="0"/>
                </a:lnTo>
                <a:lnTo>
                  <a:pt x="9636238" y="5685380"/>
                </a:lnTo>
                <a:lnTo>
                  <a:pt x="0" y="568538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839075" y="1258774"/>
            <a:ext cx="14609851" cy="101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56"/>
              </a:lnSpc>
            </a:pPr>
            <a:r>
              <a:rPr lang="en-US" b="true" sz="6891" spc="2219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EN PROGRESO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18145" y="333297"/>
            <a:ext cx="17451709" cy="9620406"/>
            <a:chOff x="0" y="0"/>
            <a:chExt cx="23268945" cy="1282720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619526" cy="3649071"/>
              </a:xfrm>
              <a:custGeom>
                <a:avLst/>
                <a:gdLst/>
                <a:ahLst/>
                <a:cxnLst/>
                <a:rect r="r" b="b" t="t" l="l"/>
                <a:pathLst>
                  <a:path h="3649071" w="6619526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6447050" cy="3469221"/>
              </a:xfrm>
              <a:custGeom>
                <a:avLst/>
                <a:gdLst/>
                <a:ahLst/>
                <a:cxnLst/>
                <a:rect r="r" b="b" t="t" l="l"/>
                <a:pathLst>
                  <a:path h="3469221" w="6447050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247007" cy="3252968"/>
              </a:xfrm>
              <a:custGeom>
                <a:avLst/>
                <a:gdLst/>
                <a:ahLst/>
                <a:cxnLst/>
                <a:rect r="r" b="b" t="t" l="l"/>
                <a:pathLst>
                  <a:path h="3252968" w="6247007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sp>
          <p:nvSpPr>
            <p:cNvPr name="Freeform 12" id="12"/>
            <p:cNvSpPr/>
            <p:nvPr/>
          </p:nvSpPr>
          <p:spPr>
            <a:xfrm flipH="false" flipV="false"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2309420" y="3269223"/>
            <a:ext cx="9872734" cy="5652140"/>
          </a:xfrm>
          <a:custGeom>
            <a:avLst/>
            <a:gdLst/>
            <a:ahLst/>
            <a:cxnLst/>
            <a:rect r="r" b="b" t="t" l="l"/>
            <a:pathLst>
              <a:path h="5652140" w="9872734">
                <a:moveTo>
                  <a:pt x="0" y="0"/>
                </a:moveTo>
                <a:lnTo>
                  <a:pt x="9872734" y="0"/>
                </a:lnTo>
                <a:lnTo>
                  <a:pt x="9872734" y="5652140"/>
                </a:lnTo>
                <a:lnTo>
                  <a:pt x="0" y="56521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1340205" y="3097825"/>
            <a:ext cx="4441925" cy="6356958"/>
          </a:xfrm>
          <a:custGeom>
            <a:avLst/>
            <a:gdLst/>
            <a:ahLst/>
            <a:cxnLst/>
            <a:rect r="r" b="b" t="t" l="l"/>
            <a:pathLst>
              <a:path h="6356958" w="4441925">
                <a:moveTo>
                  <a:pt x="0" y="0"/>
                </a:moveTo>
                <a:lnTo>
                  <a:pt x="4441924" y="0"/>
                </a:lnTo>
                <a:lnTo>
                  <a:pt x="4441924" y="6356959"/>
                </a:lnTo>
                <a:lnTo>
                  <a:pt x="0" y="635695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839075" y="1258774"/>
            <a:ext cx="14609851" cy="20104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56"/>
              </a:lnSpc>
            </a:pPr>
            <a:r>
              <a:rPr lang="en-US" b="true" sz="6891" spc="2219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AVANCE DEL PROYECTO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18145" y="333297"/>
            <a:ext cx="17451709" cy="9620406"/>
            <a:chOff x="0" y="0"/>
            <a:chExt cx="23268945" cy="1282720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619526" cy="3649071"/>
              </a:xfrm>
              <a:custGeom>
                <a:avLst/>
                <a:gdLst/>
                <a:ahLst/>
                <a:cxnLst/>
                <a:rect r="r" b="b" t="t" l="l"/>
                <a:pathLst>
                  <a:path h="3649071" w="6619526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6447050" cy="3469221"/>
              </a:xfrm>
              <a:custGeom>
                <a:avLst/>
                <a:gdLst/>
                <a:ahLst/>
                <a:cxnLst/>
                <a:rect r="r" b="b" t="t" l="l"/>
                <a:pathLst>
                  <a:path h="3469221" w="6447050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247007" cy="3252968"/>
              </a:xfrm>
              <a:custGeom>
                <a:avLst/>
                <a:gdLst/>
                <a:ahLst/>
                <a:cxnLst/>
                <a:rect r="r" b="b" t="t" l="l"/>
                <a:pathLst>
                  <a:path h="3252968" w="6247007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sp>
          <p:nvSpPr>
            <p:cNvPr name="Freeform 12" id="12"/>
            <p:cNvSpPr/>
            <p:nvPr/>
          </p:nvSpPr>
          <p:spPr>
            <a:xfrm flipH="false" flipV="false"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3493371" y="3801475"/>
            <a:ext cx="11301259" cy="2684049"/>
          </a:xfrm>
          <a:custGeom>
            <a:avLst/>
            <a:gdLst/>
            <a:ahLst/>
            <a:cxnLst/>
            <a:rect r="r" b="b" t="t" l="l"/>
            <a:pathLst>
              <a:path h="2684049" w="11301259">
                <a:moveTo>
                  <a:pt x="0" y="0"/>
                </a:moveTo>
                <a:lnTo>
                  <a:pt x="11301258" y="0"/>
                </a:lnTo>
                <a:lnTo>
                  <a:pt x="11301258" y="2684050"/>
                </a:lnTo>
                <a:lnTo>
                  <a:pt x="0" y="26840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839075" y="1258774"/>
            <a:ext cx="14609851" cy="20104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56"/>
              </a:lnSpc>
            </a:pPr>
            <a:r>
              <a:rPr lang="en-US" b="true" sz="6891" spc="2219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LOGROS DE LA SEMANA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18145" y="425146"/>
            <a:ext cx="17451709" cy="9620406"/>
            <a:chOff x="0" y="0"/>
            <a:chExt cx="23268945" cy="1282720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619526" cy="3649071"/>
              </a:xfrm>
              <a:custGeom>
                <a:avLst/>
                <a:gdLst/>
                <a:ahLst/>
                <a:cxnLst/>
                <a:rect r="r" b="b" t="t" l="l"/>
                <a:pathLst>
                  <a:path h="3649071" w="6619526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6447050" cy="3469221"/>
              </a:xfrm>
              <a:custGeom>
                <a:avLst/>
                <a:gdLst/>
                <a:ahLst/>
                <a:cxnLst/>
                <a:rect r="r" b="b" t="t" l="l"/>
                <a:pathLst>
                  <a:path h="3469221" w="6447050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247007" cy="3252968"/>
              </a:xfrm>
              <a:custGeom>
                <a:avLst/>
                <a:gdLst/>
                <a:ahLst/>
                <a:cxnLst/>
                <a:rect r="r" b="b" t="t" l="l"/>
                <a:pathLst>
                  <a:path h="3252968" w="6247007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sp>
          <p:nvSpPr>
            <p:cNvPr name="Freeform 12" id="12"/>
            <p:cNvSpPr/>
            <p:nvPr/>
          </p:nvSpPr>
          <p:spPr>
            <a:xfrm flipH="false" flipV="false"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3493371" y="3646083"/>
            <a:ext cx="11301259" cy="2994834"/>
          </a:xfrm>
          <a:custGeom>
            <a:avLst/>
            <a:gdLst/>
            <a:ahLst/>
            <a:cxnLst/>
            <a:rect r="r" b="b" t="t" l="l"/>
            <a:pathLst>
              <a:path h="2994834" w="11301259">
                <a:moveTo>
                  <a:pt x="0" y="0"/>
                </a:moveTo>
                <a:lnTo>
                  <a:pt x="11301258" y="0"/>
                </a:lnTo>
                <a:lnTo>
                  <a:pt x="11301258" y="2994834"/>
                </a:lnTo>
                <a:lnTo>
                  <a:pt x="0" y="29948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839075" y="1258774"/>
            <a:ext cx="14609851" cy="101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56"/>
              </a:lnSpc>
            </a:pPr>
            <a:r>
              <a:rPr lang="en-US" b="true" sz="6891" spc="2219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DESVÍOS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3164" y="333297"/>
            <a:ext cx="17451709" cy="9620406"/>
            <a:chOff x="0" y="0"/>
            <a:chExt cx="23268945" cy="1282720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619526" cy="3649071"/>
              </a:xfrm>
              <a:custGeom>
                <a:avLst/>
                <a:gdLst/>
                <a:ahLst/>
                <a:cxnLst/>
                <a:rect r="r" b="b" t="t" l="l"/>
                <a:pathLst>
                  <a:path h="3649071" w="6619526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6447050" cy="3469221"/>
              </a:xfrm>
              <a:custGeom>
                <a:avLst/>
                <a:gdLst/>
                <a:ahLst/>
                <a:cxnLst/>
                <a:rect r="r" b="b" t="t" l="l"/>
                <a:pathLst>
                  <a:path h="3469221" w="6447050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247007" cy="3252968"/>
              </a:xfrm>
              <a:custGeom>
                <a:avLst/>
                <a:gdLst/>
                <a:ahLst/>
                <a:cxnLst/>
                <a:rect r="r" b="b" t="t" l="l"/>
                <a:pathLst>
                  <a:path h="3252968" w="6247007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sp>
          <p:nvSpPr>
            <p:cNvPr name="Freeform 12" id="12"/>
            <p:cNvSpPr/>
            <p:nvPr/>
          </p:nvSpPr>
          <p:spPr>
            <a:xfrm flipH="false" flipV="false"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2106007" y="3053551"/>
            <a:ext cx="6923012" cy="6204749"/>
          </a:xfrm>
          <a:custGeom>
            <a:avLst/>
            <a:gdLst/>
            <a:ahLst/>
            <a:cxnLst/>
            <a:rect r="r" b="b" t="t" l="l"/>
            <a:pathLst>
              <a:path h="6204749" w="6923012">
                <a:moveTo>
                  <a:pt x="0" y="0"/>
                </a:moveTo>
                <a:lnTo>
                  <a:pt x="6923011" y="0"/>
                </a:lnTo>
                <a:lnTo>
                  <a:pt x="6923011" y="6204749"/>
                </a:lnTo>
                <a:lnTo>
                  <a:pt x="0" y="620474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9907493" y="3169062"/>
            <a:ext cx="6276451" cy="1223908"/>
          </a:xfrm>
          <a:custGeom>
            <a:avLst/>
            <a:gdLst/>
            <a:ahLst/>
            <a:cxnLst/>
            <a:rect r="r" b="b" t="t" l="l"/>
            <a:pathLst>
              <a:path h="1223908" w="6276451">
                <a:moveTo>
                  <a:pt x="0" y="0"/>
                </a:moveTo>
                <a:lnTo>
                  <a:pt x="6276452" y="0"/>
                </a:lnTo>
                <a:lnTo>
                  <a:pt x="6276452" y="1223908"/>
                </a:lnTo>
                <a:lnTo>
                  <a:pt x="0" y="12239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839075" y="1258774"/>
            <a:ext cx="14609851" cy="101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56"/>
              </a:lnSpc>
            </a:pPr>
            <a:r>
              <a:rPr lang="en-US" b="true" sz="6891" spc="2219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COMPROMISOS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DAG0BbRXXhM</dc:identifier>
  <dcterms:modified xsi:type="dcterms:W3CDTF">2011-08-01T06:04:30Z</dcterms:modified>
  <cp:revision>1</cp:revision>
  <dc:title>Proyecto</dc:title>
</cp:coreProperties>
</file>