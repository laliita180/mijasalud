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aleway Heavy" charset="1" panose="00000000000000000000"/>
      <p:regular r:id="rId14"/>
    </p:embeddedFont>
    <p:embeddedFont>
      <p:font typeface="Garet" charset="1" panose="00000000000000000000"/>
      <p:regular r:id="rId15"/>
    </p:embeddedFont>
    <p:embeddedFont>
      <p:font typeface="Raleway" charset="1" panose="00000000000000000000"/>
      <p:regular r:id="rId16"/>
    </p:embeddedFont>
    <p:embeddedFont>
      <p:font typeface="Garet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1326854" y="1028700"/>
            <a:ext cx="5932446" cy="1908594"/>
          </a:xfrm>
          <a:custGeom>
            <a:avLst/>
            <a:gdLst/>
            <a:ahLst/>
            <a:cxnLst/>
            <a:rect r="r" b="b" t="t" l="l"/>
            <a:pathLst>
              <a:path h="1908594" w="5932446">
                <a:moveTo>
                  <a:pt x="0" y="0"/>
                </a:moveTo>
                <a:lnTo>
                  <a:pt x="5932446" y="0"/>
                </a:lnTo>
                <a:lnTo>
                  <a:pt x="5932446" y="1908594"/>
                </a:lnTo>
                <a:lnTo>
                  <a:pt x="0" y="1908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12014" y="4451565"/>
            <a:ext cx="13663973" cy="223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8"/>
              </a:lnSpc>
            </a:pPr>
            <a:r>
              <a:rPr lang="en-US" b="true" sz="13601" spc="68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MIJA SALUD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67976" y="6737594"/>
            <a:ext cx="5675166" cy="32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19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Ingeniería en Informática</a:t>
            </a:r>
          </a:p>
        </p:txBody>
      </p:sp>
      <p:sp>
        <p:nvSpPr>
          <p:cNvPr name="TextBox 17" id="17"/>
          <p:cNvSpPr txBox="true"/>
          <p:nvPr/>
        </p:nvSpPr>
        <p:spPr>
          <a:xfrm rot="-17737">
            <a:off x="1309056" y="7397250"/>
            <a:ext cx="5216715" cy="162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Integrantes: Bárbara Poblete, Valentina Rojas, Yasna Vivar.</a:t>
            </a:r>
          </a:p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Docente: Fernando Herrera</a:t>
            </a:r>
          </a:p>
          <a:p>
            <a:pPr algn="l">
              <a:lnSpc>
                <a:spcPts val="3242"/>
              </a:lnSpc>
              <a:spcBef>
                <a:spcPct val="0"/>
              </a:spcBef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Fecha: 13/09/2025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12014" y="3199506"/>
            <a:ext cx="13663973" cy="155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STATUS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ÍNDICE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043588"/>
            <a:ext cx="12778367" cy="4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1. Compromisos pasados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2. En proceso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3. Avance del proyecto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4. Logros de la semana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5. Desvíos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6. Compromisos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 PASADOS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242594"/>
            <a:ext cx="12778367" cy="5591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Registro e inicio de sesión de usuarios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Programación de pantalla de ingreso de síntomas y escala EVA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Lógica de categorización automática según criterios médicos oficiales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Visualización de mapa con centros cercanos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Implementación de estilos visuales, validación de formularios y botones funcionales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455762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6335046" y="2737906"/>
            <a:ext cx="5617909" cy="5056118"/>
          </a:xfrm>
          <a:custGeom>
            <a:avLst/>
            <a:gdLst/>
            <a:ahLst/>
            <a:cxnLst/>
            <a:rect r="r" b="b" t="t" l="l"/>
            <a:pathLst>
              <a:path h="5056118" w="5617909">
                <a:moveTo>
                  <a:pt x="0" y="0"/>
                </a:moveTo>
                <a:lnTo>
                  <a:pt x="5617908" y="0"/>
                </a:lnTo>
                <a:lnTo>
                  <a:pt x="5617908" y="5056118"/>
                </a:lnTo>
                <a:lnTo>
                  <a:pt x="0" y="50561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EN PROGRESO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8911143" y="3382584"/>
            <a:ext cx="8537706" cy="4872143"/>
          </a:xfrm>
          <a:custGeom>
            <a:avLst/>
            <a:gdLst/>
            <a:ahLst/>
            <a:cxnLst/>
            <a:rect r="r" b="b" t="t" l="l"/>
            <a:pathLst>
              <a:path h="4872143" w="8537706">
                <a:moveTo>
                  <a:pt x="0" y="0"/>
                </a:moveTo>
                <a:lnTo>
                  <a:pt x="8537706" y="0"/>
                </a:lnTo>
                <a:lnTo>
                  <a:pt x="8537706" y="4872143"/>
                </a:lnTo>
                <a:lnTo>
                  <a:pt x="0" y="48721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AVANCE DEL PROYECTO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9007" y="3554976"/>
            <a:ext cx="8170608" cy="488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1: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3 semanas (LISTO)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2: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4 semanas (En progreso)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3: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(PENDIENTE)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4: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(PENDIENTE)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5: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(PENDIENTE)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6: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(PENDIENTE)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7: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1 semana (PENDIENTE)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534321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LOGROS DE LA SEMANA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47660" y="4743195"/>
            <a:ext cx="12778367" cy="657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 mantuvieron al día las tareas.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425146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3493371" y="3646083"/>
            <a:ext cx="11301259" cy="2994834"/>
          </a:xfrm>
          <a:custGeom>
            <a:avLst/>
            <a:gdLst/>
            <a:ahLst/>
            <a:cxnLst/>
            <a:rect r="r" b="b" t="t" l="l"/>
            <a:pathLst>
              <a:path h="2994834" w="11301259">
                <a:moveTo>
                  <a:pt x="0" y="0"/>
                </a:moveTo>
                <a:lnTo>
                  <a:pt x="11301258" y="0"/>
                </a:lnTo>
                <a:lnTo>
                  <a:pt x="11301258" y="2994834"/>
                </a:lnTo>
                <a:lnTo>
                  <a:pt x="0" y="2994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DESVÍOS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3164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043588"/>
            <a:ext cx="12778367" cy="4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Creación login de funcionario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Módulo de notificaciones de llegada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Visualización de flujo de pacientes y estado clínico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Gestor de noticias (crear, editar, eliminar)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Desarrollo del sistema de roles, historial clínico y visualización del funcionario asignado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DAG0BbRXXhM</dc:identifier>
  <dcterms:modified xsi:type="dcterms:W3CDTF">2011-08-01T06:04:30Z</dcterms:modified>
  <cp:revision>1</cp:revision>
  <dc:title>Proyecto</dc:title>
</cp:coreProperties>
</file>