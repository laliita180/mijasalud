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23/08/2025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961857"/>
            <a:ext cx="11301259" cy="4322732"/>
          </a:xfrm>
          <a:custGeom>
            <a:avLst/>
            <a:gdLst/>
            <a:ahLst/>
            <a:cxnLst/>
            <a:rect r="r" b="b" t="t" l="l"/>
            <a:pathLst>
              <a:path h="4322732" w="11301259">
                <a:moveTo>
                  <a:pt x="0" y="0"/>
                </a:moveTo>
                <a:lnTo>
                  <a:pt x="11301258" y="0"/>
                </a:lnTo>
                <a:lnTo>
                  <a:pt x="11301258" y="4322732"/>
                </a:lnTo>
                <a:lnTo>
                  <a:pt x="0" y="4322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472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777318" y="2644329"/>
            <a:ext cx="6733364" cy="6253611"/>
          </a:xfrm>
          <a:custGeom>
            <a:avLst/>
            <a:gdLst/>
            <a:ahLst/>
            <a:cxnLst/>
            <a:rect r="r" b="b" t="t" l="l"/>
            <a:pathLst>
              <a:path h="6253611" w="6733364">
                <a:moveTo>
                  <a:pt x="0" y="0"/>
                </a:moveTo>
                <a:lnTo>
                  <a:pt x="6733364" y="0"/>
                </a:lnTo>
                <a:lnTo>
                  <a:pt x="6733364" y="6253612"/>
                </a:lnTo>
                <a:lnTo>
                  <a:pt x="0" y="6253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277138" y="3269223"/>
            <a:ext cx="9855387" cy="5654529"/>
          </a:xfrm>
          <a:custGeom>
            <a:avLst/>
            <a:gdLst/>
            <a:ahLst/>
            <a:cxnLst/>
            <a:rect r="r" b="b" t="t" l="l"/>
            <a:pathLst>
              <a:path h="5654529" w="9855387">
                <a:moveTo>
                  <a:pt x="0" y="0"/>
                </a:moveTo>
                <a:lnTo>
                  <a:pt x="9855387" y="0"/>
                </a:lnTo>
                <a:lnTo>
                  <a:pt x="9855387" y="5654528"/>
                </a:lnTo>
                <a:lnTo>
                  <a:pt x="0" y="5654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67891" y="3381592"/>
            <a:ext cx="7661078" cy="5429789"/>
          </a:xfrm>
          <a:custGeom>
            <a:avLst/>
            <a:gdLst/>
            <a:ahLst/>
            <a:cxnLst/>
            <a:rect r="r" b="b" t="t" l="l"/>
            <a:pathLst>
              <a:path h="5429789" w="7661078">
                <a:moveTo>
                  <a:pt x="0" y="0"/>
                </a:moveTo>
                <a:lnTo>
                  <a:pt x="7661078" y="0"/>
                </a:lnTo>
                <a:lnTo>
                  <a:pt x="7661078" y="5429789"/>
                </a:lnTo>
                <a:lnTo>
                  <a:pt x="0" y="54297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4387886"/>
            <a:ext cx="11301259" cy="2613416"/>
          </a:xfrm>
          <a:custGeom>
            <a:avLst/>
            <a:gdLst/>
            <a:ahLst/>
            <a:cxnLst/>
            <a:rect r="r" b="b" t="t" l="l"/>
            <a:pathLst>
              <a:path h="2613416" w="11301259">
                <a:moveTo>
                  <a:pt x="0" y="0"/>
                </a:moveTo>
                <a:lnTo>
                  <a:pt x="11301258" y="0"/>
                </a:lnTo>
                <a:lnTo>
                  <a:pt x="11301258" y="2613416"/>
                </a:lnTo>
                <a:lnTo>
                  <a:pt x="0" y="2613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625298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trabajó exitosamente esta semana, por lo que no hubieron complicaciones ni desvíos.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325881" y="2545741"/>
            <a:ext cx="9636238" cy="5685380"/>
          </a:xfrm>
          <a:custGeom>
            <a:avLst/>
            <a:gdLst/>
            <a:ahLst/>
            <a:cxnLst/>
            <a:rect r="r" b="b" t="t" l="l"/>
            <a:pathLst>
              <a:path h="5685380" w="9636238">
                <a:moveTo>
                  <a:pt x="0" y="0"/>
                </a:moveTo>
                <a:lnTo>
                  <a:pt x="9636238" y="0"/>
                </a:lnTo>
                <a:lnTo>
                  <a:pt x="9636238" y="5685380"/>
                </a:lnTo>
                <a:lnTo>
                  <a:pt x="0" y="56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