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Heavy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Raleway" charset="1" panose="00000000000000000000"/>
      <p:regular r:id="rId16"/>
    </p:embeddedFont>
    <p:embeddedFont>
      <p:font typeface="Garet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326854" y="1028700"/>
            <a:ext cx="5932446" cy="1908594"/>
          </a:xfrm>
          <a:custGeom>
            <a:avLst/>
            <a:gdLst/>
            <a:ahLst/>
            <a:cxnLst/>
            <a:rect r="r" b="b" t="t" l="l"/>
            <a:pathLst>
              <a:path h="1908594" w="5932446">
                <a:moveTo>
                  <a:pt x="0" y="0"/>
                </a:moveTo>
                <a:lnTo>
                  <a:pt x="5932446" y="0"/>
                </a:lnTo>
                <a:lnTo>
                  <a:pt x="5932446" y="1908594"/>
                </a:lnTo>
                <a:lnTo>
                  <a:pt x="0" y="190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12014" y="4451565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MIJA SALUD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7976" y="6737594"/>
            <a:ext cx="5675166" cy="3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Ingeniería en Informática</a:t>
            </a:r>
          </a:p>
        </p:txBody>
      </p:sp>
      <p:sp>
        <p:nvSpPr>
          <p:cNvPr name="TextBox 17" id="17"/>
          <p:cNvSpPr txBox="true"/>
          <p:nvPr/>
        </p:nvSpPr>
        <p:spPr>
          <a:xfrm rot="-17737">
            <a:off x="1309056" y="7397250"/>
            <a:ext cx="5216715" cy="162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Integrantes: Bárbara Poblete, Valentina Rojas, Yasna Vivar.</a:t>
            </a:r>
          </a:p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Docente: Fernando Herrera</a:t>
            </a:r>
          </a:p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Fecha: 30/08/2025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2014" y="319950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STATUS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ÍNDICE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043588"/>
            <a:ext cx="12778367" cy="4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1. Compromisos pasados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 En proceso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Avance del proyecto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Logros de la semana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 Desvíos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6. Compromisos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325881" y="3269223"/>
            <a:ext cx="9636238" cy="5685380"/>
          </a:xfrm>
          <a:custGeom>
            <a:avLst/>
            <a:gdLst/>
            <a:ahLst/>
            <a:cxnLst/>
            <a:rect r="r" b="b" t="t" l="l"/>
            <a:pathLst>
              <a:path h="5685380" w="9636238">
                <a:moveTo>
                  <a:pt x="0" y="0"/>
                </a:moveTo>
                <a:lnTo>
                  <a:pt x="9636238" y="0"/>
                </a:lnTo>
                <a:lnTo>
                  <a:pt x="9636238" y="5685380"/>
                </a:lnTo>
                <a:lnTo>
                  <a:pt x="0" y="568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 PASADOS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8472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6238121" y="2913726"/>
            <a:ext cx="5811757" cy="5041259"/>
          </a:xfrm>
          <a:custGeom>
            <a:avLst/>
            <a:gdLst/>
            <a:ahLst/>
            <a:cxnLst/>
            <a:rect r="r" b="b" t="t" l="l"/>
            <a:pathLst>
              <a:path h="5041259" w="5811757">
                <a:moveTo>
                  <a:pt x="0" y="0"/>
                </a:moveTo>
                <a:lnTo>
                  <a:pt x="5811758" y="0"/>
                </a:lnTo>
                <a:lnTo>
                  <a:pt x="5811758" y="5041259"/>
                </a:lnTo>
                <a:lnTo>
                  <a:pt x="0" y="50412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EN PROGRESO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8924011" y="2955660"/>
            <a:ext cx="8675774" cy="5386018"/>
          </a:xfrm>
          <a:custGeom>
            <a:avLst/>
            <a:gdLst/>
            <a:ahLst/>
            <a:cxnLst/>
            <a:rect r="r" b="b" t="t" l="l"/>
            <a:pathLst>
              <a:path h="5386018" w="8675774">
                <a:moveTo>
                  <a:pt x="0" y="0"/>
                </a:moveTo>
                <a:lnTo>
                  <a:pt x="8675773" y="0"/>
                </a:lnTo>
                <a:lnTo>
                  <a:pt x="8675773" y="5386019"/>
                </a:lnTo>
                <a:lnTo>
                  <a:pt x="0" y="5386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AVANCE DEL PROYECTO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9007" y="3554976"/>
            <a:ext cx="8170608" cy="488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1: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3 semanas (LISTO)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2: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4 semanas (En progreso)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3: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4: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5: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6: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7: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1 semana (PENDIENTE)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534321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LOGROS DE LA SEMANA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47660" y="4743195"/>
            <a:ext cx="12778367" cy="65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 mantuvieron al día las tareas.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493371" y="3646083"/>
            <a:ext cx="11301259" cy="2994834"/>
          </a:xfrm>
          <a:custGeom>
            <a:avLst/>
            <a:gdLst/>
            <a:ahLst/>
            <a:cxnLst/>
            <a:rect r="r" b="b" t="t" l="l"/>
            <a:pathLst>
              <a:path h="2994834" w="11301259">
                <a:moveTo>
                  <a:pt x="0" y="0"/>
                </a:moveTo>
                <a:lnTo>
                  <a:pt x="11301258" y="0"/>
                </a:lnTo>
                <a:lnTo>
                  <a:pt x="11301258" y="2994834"/>
                </a:lnTo>
                <a:lnTo>
                  <a:pt x="0" y="2994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DESVÍOS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164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043588"/>
            <a:ext cx="12778367" cy="4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Instalación de entorno local (Visual Studio Code, Node.js, MongoDb, Angular CLI, Ionic).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Estructuración inicial del backend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Configuración del frontend móvil y generación de proyecto web standalone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Pruebas iniciales de conexión local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DAG0BbRXXhM</dc:identifier>
  <dcterms:modified xsi:type="dcterms:W3CDTF">2011-08-01T06:04:30Z</dcterms:modified>
  <cp:revision>1</cp:revision>
  <dc:title>Proyecto</dc:title>
</cp:coreProperties>
</file>