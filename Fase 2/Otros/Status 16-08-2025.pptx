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aleway Heavy" charset="1" panose="00000000000000000000"/>
      <p:regular r:id="rId14"/>
    </p:embeddedFont>
    <p:embeddedFont>
      <p:font typeface="Garet" charset="1" panose="00000000000000000000"/>
      <p:regular r:id="rId15"/>
    </p:embeddedFont>
    <p:embeddedFont>
      <p:font typeface="Raleway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1326854" y="1028700"/>
            <a:ext cx="5932446" cy="1908594"/>
          </a:xfrm>
          <a:custGeom>
            <a:avLst/>
            <a:gdLst/>
            <a:ahLst/>
            <a:cxnLst/>
            <a:rect r="r" b="b" t="t" l="l"/>
            <a:pathLst>
              <a:path h="1908594" w="5932446">
                <a:moveTo>
                  <a:pt x="0" y="0"/>
                </a:moveTo>
                <a:lnTo>
                  <a:pt x="5932446" y="0"/>
                </a:lnTo>
                <a:lnTo>
                  <a:pt x="5932446" y="1908594"/>
                </a:lnTo>
                <a:lnTo>
                  <a:pt x="0" y="1908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12014" y="4451565"/>
            <a:ext cx="13663973" cy="223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8"/>
              </a:lnSpc>
            </a:pPr>
            <a:r>
              <a:rPr lang="en-US" b="true" sz="13601" spc="68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MIJA SALUD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67976" y="6737594"/>
            <a:ext cx="5675166" cy="32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19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Ingeniería en Informática</a:t>
            </a:r>
          </a:p>
        </p:txBody>
      </p:sp>
      <p:sp>
        <p:nvSpPr>
          <p:cNvPr name="TextBox 17" id="17"/>
          <p:cNvSpPr txBox="true"/>
          <p:nvPr/>
        </p:nvSpPr>
        <p:spPr>
          <a:xfrm rot="-17737">
            <a:off x="1309056" y="7397250"/>
            <a:ext cx="5216715" cy="162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Integrantes: Bárbara Poblete, Valentina Rojas, Yasna Vivar.</a:t>
            </a:r>
          </a:p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Docente: Fernando Herrera</a:t>
            </a:r>
          </a:p>
          <a:p>
            <a:pPr algn="l">
              <a:lnSpc>
                <a:spcPts val="3242"/>
              </a:lnSpc>
              <a:spcBef>
                <a:spcPct val="0"/>
              </a:spcBef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Fecha: 16/08/2025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12014" y="3199506"/>
            <a:ext cx="13663973" cy="155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7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STATUS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ÍNDICE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043588"/>
            <a:ext cx="12778367" cy="4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1. Compromisos pasados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2. En proceso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3. Avance del proyecto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4. Logros de la semana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5. Desvíos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6. Compromisos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5680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3493371" y="3587477"/>
            <a:ext cx="11301259" cy="4887795"/>
          </a:xfrm>
          <a:custGeom>
            <a:avLst/>
            <a:gdLst/>
            <a:ahLst/>
            <a:cxnLst/>
            <a:rect r="r" b="b" t="t" l="l"/>
            <a:pathLst>
              <a:path h="4887795" w="11301259">
                <a:moveTo>
                  <a:pt x="0" y="0"/>
                </a:moveTo>
                <a:lnTo>
                  <a:pt x="11301258" y="0"/>
                </a:lnTo>
                <a:lnTo>
                  <a:pt x="11301258" y="4887794"/>
                </a:lnTo>
                <a:lnTo>
                  <a:pt x="0" y="4887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 PASADOS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8472" y="425146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5659715" y="2628552"/>
            <a:ext cx="6968569" cy="6193316"/>
          </a:xfrm>
          <a:custGeom>
            <a:avLst/>
            <a:gdLst/>
            <a:ahLst/>
            <a:cxnLst/>
            <a:rect r="r" b="b" t="t" l="l"/>
            <a:pathLst>
              <a:path h="6193316" w="6968569">
                <a:moveTo>
                  <a:pt x="0" y="0"/>
                </a:moveTo>
                <a:lnTo>
                  <a:pt x="6968570" y="0"/>
                </a:lnTo>
                <a:lnTo>
                  <a:pt x="6968570" y="6193316"/>
                </a:lnTo>
                <a:lnTo>
                  <a:pt x="0" y="61933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EN PROGRESO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644534" y="3269223"/>
            <a:ext cx="9855387" cy="5654529"/>
          </a:xfrm>
          <a:custGeom>
            <a:avLst/>
            <a:gdLst/>
            <a:ahLst/>
            <a:cxnLst/>
            <a:rect r="r" b="b" t="t" l="l"/>
            <a:pathLst>
              <a:path h="5654529" w="9855387">
                <a:moveTo>
                  <a:pt x="0" y="0"/>
                </a:moveTo>
                <a:lnTo>
                  <a:pt x="9855387" y="0"/>
                </a:lnTo>
                <a:lnTo>
                  <a:pt x="9855387" y="5654528"/>
                </a:lnTo>
                <a:lnTo>
                  <a:pt x="0" y="56545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665470" y="3711980"/>
            <a:ext cx="7115881" cy="5043381"/>
          </a:xfrm>
          <a:custGeom>
            <a:avLst/>
            <a:gdLst/>
            <a:ahLst/>
            <a:cxnLst/>
            <a:rect r="r" b="b" t="t" l="l"/>
            <a:pathLst>
              <a:path h="5043381" w="7115881">
                <a:moveTo>
                  <a:pt x="0" y="0"/>
                </a:moveTo>
                <a:lnTo>
                  <a:pt x="7115881" y="0"/>
                </a:lnTo>
                <a:lnTo>
                  <a:pt x="7115881" y="5043381"/>
                </a:lnTo>
                <a:lnTo>
                  <a:pt x="0" y="50433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AVANCE DEL PROYECTO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3493371" y="4126387"/>
            <a:ext cx="11301259" cy="2034227"/>
          </a:xfrm>
          <a:custGeom>
            <a:avLst/>
            <a:gdLst/>
            <a:ahLst/>
            <a:cxnLst/>
            <a:rect r="r" b="b" t="t" l="l"/>
            <a:pathLst>
              <a:path h="2034227" w="11301259">
                <a:moveTo>
                  <a:pt x="0" y="0"/>
                </a:moveTo>
                <a:lnTo>
                  <a:pt x="11301258" y="0"/>
                </a:lnTo>
                <a:lnTo>
                  <a:pt x="11301258" y="2034226"/>
                </a:lnTo>
                <a:lnTo>
                  <a:pt x="0" y="20342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LOGROS DE LA SEMANA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425146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3493371" y="3441248"/>
            <a:ext cx="11301259" cy="3404504"/>
          </a:xfrm>
          <a:custGeom>
            <a:avLst/>
            <a:gdLst/>
            <a:ahLst/>
            <a:cxnLst/>
            <a:rect r="r" b="b" t="t" l="l"/>
            <a:pathLst>
              <a:path h="3404504" w="11301259">
                <a:moveTo>
                  <a:pt x="0" y="0"/>
                </a:moveTo>
                <a:lnTo>
                  <a:pt x="11301258" y="0"/>
                </a:lnTo>
                <a:lnTo>
                  <a:pt x="11301258" y="3404504"/>
                </a:lnTo>
                <a:lnTo>
                  <a:pt x="0" y="34045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DESVÍOS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3164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3493371" y="2551274"/>
            <a:ext cx="11301259" cy="5184453"/>
          </a:xfrm>
          <a:custGeom>
            <a:avLst/>
            <a:gdLst/>
            <a:ahLst/>
            <a:cxnLst/>
            <a:rect r="r" b="b" t="t" l="l"/>
            <a:pathLst>
              <a:path h="5184453" w="11301259">
                <a:moveTo>
                  <a:pt x="0" y="0"/>
                </a:moveTo>
                <a:lnTo>
                  <a:pt x="11301258" y="0"/>
                </a:lnTo>
                <a:lnTo>
                  <a:pt x="11301258" y="5184452"/>
                </a:lnTo>
                <a:lnTo>
                  <a:pt x="0" y="51844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DAG0BbRXXhM</dc:identifier>
  <dcterms:modified xsi:type="dcterms:W3CDTF">2011-08-01T06:04:30Z</dcterms:modified>
  <cp:revision>1</cp:revision>
  <dc:title>Proyecto</dc:title>
</cp:coreProperties>
</file>