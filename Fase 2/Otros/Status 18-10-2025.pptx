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18/10/2025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420785" y="3604645"/>
            <a:ext cx="7304925" cy="6547039"/>
          </a:xfrm>
          <a:custGeom>
            <a:avLst/>
            <a:gdLst/>
            <a:ahLst/>
            <a:cxnLst/>
            <a:rect r="r" b="b" t="t" l="l"/>
            <a:pathLst>
              <a:path h="6547039" w="7304925">
                <a:moveTo>
                  <a:pt x="0" y="0"/>
                </a:moveTo>
                <a:lnTo>
                  <a:pt x="7304925" y="0"/>
                </a:lnTo>
                <a:lnTo>
                  <a:pt x="7304925" y="6547039"/>
                </a:lnTo>
                <a:lnTo>
                  <a:pt x="0" y="6547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183040" y="4852960"/>
            <a:ext cx="6265885" cy="1221848"/>
          </a:xfrm>
          <a:custGeom>
            <a:avLst/>
            <a:gdLst/>
            <a:ahLst/>
            <a:cxnLst/>
            <a:rect r="r" b="b" t="t" l="l"/>
            <a:pathLst>
              <a:path h="1221848" w="6265885">
                <a:moveTo>
                  <a:pt x="0" y="0"/>
                </a:moveTo>
                <a:lnTo>
                  <a:pt x="6265885" y="0"/>
                </a:lnTo>
                <a:lnTo>
                  <a:pt x="6265885" y="1221848"/>
                </a:lnTo>
                <a:lnTo>
                  <a:pt x="0" y="122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8472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025117" y="2607964"/>
            <a:ext cx="6237765" cy="6356958"/>
          </a:xfrm>
          <a:custGeom>
            <a:avLst/>
            <a:gdLst/>
            <a:ahLst/>
            <a:cxnLst/>
            <a:rect r="r" b="b" t="t" l="l"/>
            <a:pathLst>
              <a:path h="6356958" w="6237765">
                <a:moveTo>
                  <a:pt x="0" y="0"/>
                </a:moveTo>
                <a:lnTo>
                  <a:pt x="6237766" y="0"/>
                </a:lnTo>
                <a:lnTo>
                  <a:pt x="623776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839075" y="3269223"/>
            <a:ext cx="9872734" cy="5652140"/>
          </a:xfrm>
          <a:custGeom>
            <a:avLst/>
            <a:gdLst/>
            <a:ahLst/>
            <a:cxnLst/>
            <a:rect r="r" b="b" t="t" l="l"/>
            <a:pathLst>
              <a:path h="5652140" w="9872734">
                <a:moveTo>
                  <a:pt x="0" y="0"/>
                </a:moveTo>
                <a:lnTo>
                  <a:pt x="9872734" y="0"/>
                </a:lnTo>
                <a:lnTo>
                  <a:pt x="9872734" y="5652140"/>
                </a:lnTo>
                <a:lnTo>
                  <a:pt x="0" y="5652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043857" y="4072732"/>
            <a:ext cx="4834190" cy="3112010"/>
          </a:xfrm>
          <a:custGeom>
            <a:avLst/>
            <a:gdLst/>
            <a:ahLst/>
            <a:cxnLst/>
            <a:rect r="r" b="b" t="t" l="l"/>
            <a:pathLst>
              <a:path h="3112010" w="4834190">
                <a:moveTo>
                  <a:pt x="0" y="0"/>
                </a:moveTo>
                <a:lnTo>
                  <a:pt x="4834190" y="0"/>
                </a:lnTo>
                <a:lnTo>
                  <a:pt x="4834190" y="3112010"/>
                </a:lnTo>
                <a:lnTo>
                  <a:pt x="0" y="31120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534321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4485765"/>
            <a:ext cx="12778367" cy="65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 cumplió con los diagramas requeridos.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625298"/>
            <a:ext cx="12778367" cy="1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 trabajó exitosamente esta semana, por lo que no hubieron complicaciones ni desvíos.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2487704"/>
            <a:ext cx="11301259" cy="5311592"/>
          </a:xfrm>
          <a:custGeom>
            <a:avLst/>
            <a:gdLst/>
            <a:ahLst/>
            <a:cxnLst/>
            <a:rect r="r" b="b" t="t" l="l"/>
            <a:pathLst>
              <a:path h="5311592" w="11301259">
                <a:moveTo>
                  <a:pt x="0" y="0"/>
                </a:moveTo>
                <a:lnTo>
                  <a:pt x="11301258" y="0"/>
                </a:lnTo>
                <a:lnTo>
                  <a:pt x="11301258" y="5311592"/>
                </a:lnTo>
                <a:lnTo>
                  <a:pt x="0" y="5311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