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Raleway Heavy" charset="1" panose="00000000000000000000"/>
      <p:regular r:id="rId14"/>
    </p:embeddedFont>
    <p:embeddedFont>
      <p:font typeface="Garet" charset="1" panose="00000000000000000000"/>
      <p:regular r:id="rId15"/>
    </p:embeddedFont>
    <p:embeddedFont>
      <p:font typeface="Raleway" charset="1" panose="00000000000000000000"/>
      <p:regular r:id="rId16"/>
    </p:embeddedFont>
    <p:embeddedFont>
      <p:font typeface="Garet Bold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1326854" y="1028700"/>
            <a:ext cx="5932446" cy="1908594"/>
          </a:xfrm>
          <a:custGeom>
            <a:avLst/>
            <a:gdLst/>
            <a:ahLst/>
            <a:cxnLst/>
            <a:rect r="r" b="b" t="t" l="l"/>
            <a:pathLst>
              <a:path h="1908594" w="5932446">
                <a:moveTo>
                  <a:pt x="0" y="0"/>
                </a:moveTo>
                <a:lnTo>
                  <a:pt x="5932446" y="0"/>
                </a:lnTo>
                <a:lnTo>
                  <a:pt x="5932446" y="1908594"/>
                </a:lnTo>
                <a:lnTo>
                  <a:pt x="0" y="19085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312014" y="4451565"/>
            <a:ext cx="13663973" cy="223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18"/>
              </a:lnSpc>
            </a:pPr>
            <a:r>
              <a:rPr lang="en-US" b="true" sz="13601" spc="680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MIJA SALUD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267976" y="6737594"/>
            <a:ext cx="5675166" cy="326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5"/>
              </a:lnSpc>
            </a:pPr>
            <a:r>
              <a:rPr lang="en-US" sz="1989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Ingeniería en Informática</a:t>
            </a:r>
          </a:p>
        </p:txBody>
      </p:sp>
      <p:sp>
        <p:nvSpPr>
          <p:cNvPr name="TextBox 17" id="17"/>
          <p:cNvSpPr txBox="true"/>
          <p:nvPr/>
        </p:nvSpPr>
        <p:spPr>
          <a:xfrm rot="-17737">
            <a:off x="1309056" y="7397250"/>
            <a:ext cx="5216715" cy="162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315" spc="145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Integrantes: Bárbara Poblete, Valentina Rojas, Yasna Vivar.</a:t>
            </a:r>
          </a:p>
          <a:p>
            <a:pPr algn="l">
              <a:lnSpc>
                <a:spcPts val="3242"/>
              </a:lnSpc>
            </a:pPr>
            <a:r>
              <a:rPr lang="en-US" sz="2315" spc="145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Docente: Fernando Herrera</a:t>
            </a:r>
          </a:p>
          <a:p>
            <a:pPr algn="l">
              <a:lnSpc>
                <a:spcPts val="3242"/>
              </a:lnSpc>
              <a:spcBef>
                <a:spcPct val="0"/>
              </a:spcBef>
            </a:pPr>
            <a:r>
              <a:rPr lang="en-US" sz="2315" spc="145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Fecha: 15/11/2025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12014" y="3199506"/>
            <a:ext cx="13663973" cy="1556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99"/>
              </a:lnSpc>
            </a:pPr>
            <a:r>
              <a:rPr lang="en-US" sz="9541" spc="477">
                <a:solidFill>
                  <a:srgbClr val="27403B"/>
                </a:solidFill>
                <a:latin typeface="Raleway"/>
                <a:ea typeface="Raleway"/>
                <a:cs typeface="Raleway"/>
                <a:sym typeface="Raleway"/>
              </a:rPr>
              <a:t>STATUS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ÍNDICE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54817" y="3043588"/>
            <a:ext cx="12778367" cy="488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3. Compromisos pasados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4. En proceso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5. Avance del proyecto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6. Logros de la semana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7. Evidencia app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8. Desvíos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9. Compromisos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5680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9075" y="1258774"/>
            <a:ext cx="14609851" cy="201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COMPROMISOS PASADOS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54817" y="3732455"/>
            <a:ext cx="12778367" cy="488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Revisión de código fuente</a:t>
            </a:r>
          </a:p>
          <a:p>
            <a:pPr algn="l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Correcciones menores en funcionalidades</a:t>
            </a:r>
          </a:p>
          <a:p>
            <a:pPr algn="l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Mejora de experiencia de usuario en navegación</a:t>
            </a:r>
          </a:p>
          <a:p>
            <a:pPr algn="l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Alineación de toda la lógica con los modelos backend reales</a:t>
            </a:r>
          </a:p>
          <a:p>
            <a:pPr algn="l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Agregar mantenedores</a:t>
            </a:r>
          </a:p>
          <a:p>
            <a:pPr algn="l">
              <a:lnSpc>
                <a:spcPts val="5575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1931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5967580" y="2754062"/>
            <a:ext cx="6352839" cy="4993191"/>
          </a:xfrm>
          <a:custGeom>
            <a:avLst/>
            <a:gdLst/>
            <a:ahLst/>
            <a:cxnLst/>
            <a:rect r="r" b="b" t="t" l="l"/>
            <a:pathLst>
              <a:path h="4993191" w="6352839">
                <a:moveTo>
                  <a:pt x="0" y="0"/>
                </a:moveTo>
                <a:lnTo>
                  <a:pt x="6352840" y="0"/>
                </a:lnTo>
                <a:lnTo>
                  <a:pt x="6352840" y="4993191"/>
                </a:lnTo>
                <a:lnTo>
                  <a:pt x="0" y="49931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EN PROGRESO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9595100" y="3361072"/>
            <a:ext cx="6715093" cy="4303882"/>
          </a:xfrm>
          <a:custGeom>
            <a:avLst/>
            <a:gdLst/>
            <a:ahLst/>
            <a:cxnLst/>
            <a:rect r="r" b="b" t="t" l="l"/>
            <a:pathLst>
              <a:path h="4303882" w="6715093">
                <a:moveTo>
                  <a:pt x="0" y="0"/>
                </a:moveTo>
                <a:lnTo>
                  <a:pt x="6715094" y="0"/>
                </a:lnTo>
                <a:lnTo>
                  <a:pt x="6715094" y="4303882"/>
                </a:lnTo>
                <a:lnTo>
                  <a:pt x="0" y="43038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39075" y="1258774"/>
            <a:ext cx="14609851" cy="201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AVANCE DEL PROYECTO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665716" y="3600465"/>
            <a:ext cx="9722229" cy="5409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5"/>
              </a:lnSpc>
            </a:pPr>
            <a:r>
              <a:rPr lang="en-US" sz="375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1:</a:t>
            </a:r>
            <a:r>
              <a:rPr lang="en-US" sz="375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3 semanas (LISTO)</a:t>
            </a:r>
          </a:p>
          <a:p>
            <a:pPr algn="l">
              <a:lnSpc>
                <a:spcPts val="6165"/>
              </a:lnSpc>
            </a:pPr>
            <a:r>
              <a:rPr lang="en-US" sz="375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2:</a:t>
            </a:r>
            <a:r>
              <a:rPr lang="en-US" sz="375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4 semanas (LISTO)</a:t>
            </a:r>
          </a:p>
          <a:p>
            <a:pPr algn="l">
              <a:lnSpc>
                <a:spcPts val="6165"/>
              </a:lnSpc>
            </a:pPr>
            <a:r>
              <a:rPr lang="en-US" sz="375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3:</a:t>
            </a:r>
            <a:r>
              <a:rPr lang="en-US" sz="375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2 semanas (LISTO)</a:t>
            </a:r>
          </a:p>
          <a:p>
            <a:pPr algn="l">
              <a:lnSpc>
                <a:spcPts val="6165"/>
              </a:lnSpc>
            </a:pPr>
            <a:r>
              <a:rPr lang="en-US" sz="375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4: </a:t>
            </a:r>
            <a:r>
              <a:rPr lang="en-US" sz="375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2 semanas (LISTO)</a:t>
            </a:r>
          </a:p>
          <a:p>
            <a:pPr algn="l">
              <a:lnSpc>
                <a:spcPts val="6165"/>
              </a:lnSpc>
            </a:pPr>
            <a:r>
              <a:rPr lang="en-US" sz="375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5: </a:t>
            </a:r>
            <a:r>
              <a:rPr lang="en-US" sz="375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2 semanas (LISTO)</a:t>
            </a:r>
          </a:p>
          <a:p>
            <a:pPr algn="l">
              <a:lnSpc>
                <a:spcPts val="6165"/>
              </a:lnSpc>
            </a:pPr>
            <a:r>
              <a:rPr lang="en-US" sz="375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6:</a:t>
            </a:r>
            <a:r>
              <a:rPr lang="en-US" sz="375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2 semanas (En progreso 50%)</a:t>
            </a:r>
          </a:p>
          <a:p>
            <a:pPr algn="l">
              <a:lnSpc>
                <a:spcPts val="6165"/>
              </a:lnSpc>
            </a:pPr>
            <a:r>
              <a:rPr lang="en-US" sz="375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7:</a:t>
            </a:r>
            <a:r>
              <a:rPr lang="en-US" sz="375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1 semana (PENDIENTE)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9075" y="1258774"/>
            <a:ext cx="14609851" cy="201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LOGROS DE LA SEMANA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282886" y="3924561"/>
            <a:ext cx="9722229" cy="1504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1639" indent="-405820" lvl="1">
              <a:lnSpc>
                <a:spcPts val="6165"/>
              </a:lnSpc>
              <a:buFont typeface="Arial"/>
              <a:buChar char="•"/>
            </a:pPr>
            <a:r>
              <a:rPr lang="en-US" sz="375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Se comenzó a trabajar en los mantenedores.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425146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DESVÍOS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742595" y="3777445"/>
            <a:ext cx="10802810" cy="3418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0"/>
              </a:lnSpc>
            </a:pPr>
            <a:r>
              <a:rPr lang="en-US" sz="417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Nos desviamos un poco ya que no teníamos los mantenedores, están en proceso de implementación y estarán listos antes del Sprint Final.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3164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COMPROMISOS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639784" y="2630429"/>
            <a:ext cx="11008432" cy="6485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8757" indent="-379378" lvl="1">
              <a:lnSpc>
                <a:spcPts val="5763"/>
              </a:lnSpc>
              <a:buAutoNum type="arabicPeriod" startAt="1"/>
            </a:pPr>
            <a:r>
              <a:rPr lang="en-US" sz="351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Integración del informe completo</a:t>
            </a:r>
          </a:p>
          <a:p>
            <a:pPr algn="l" marL="758757" indent="-379378" lvl="1">
              <a:lnSpc>
                <a:spcPts val="5763"/>
              </a:lnSpc>
              <a:buAutoNum type="arabicPeriod" startAt="1"/>
            </a:pPr>
            <a:r>
              <a:rPr lang="en-US" sz="351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Redacción de conclusiones y recomendaciones</a:t>
            </a:r>
          </a:p>
          <a:p>
            <a:pPr algn="l" marL="758757" indent="-379378" lvl="1">
              <a:lnSpc>
                <a:spcPts val="5763"/>
              </a:lnSpc>
              <a:buAutoNum type="arabicPeriod" startAt="1"/>
            </a:pPr>
            <a:r>
              <a:rPr lang="en-US" sz="351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Validación del cumplimiento de objetivos</a:t>
            </a:r>
          </a:p>
          <a:p>
            <a:pPr algn="l" marL="758757" indent="-379378" lvl="1">
              <a:lnSpc>
                <a:spcPts val="5763"/>
              </a:lnSpc>
              <a:buAutoNum type="arabicPeriod" startAt="1"/>
            </a:pPr>
            <a:r>
              <a:rPr lang="en-US" sz="351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Verificación de consistencia entre mockups, funcionalidades implementadas y lo documentado</a:t>
            </a:r>
          </a:p>
          <a:p>
            <a:pPr algn="l" marL="758757" indent="-379378" lvl="1">
              <a:lnSpc>
                <a:spcPts val="5763"/>
              </a:lnSpc>
              <a:buAutoNum type="arabicPeriod" startAt="1"/>
            </a:pPr>
            <a:r>
              <a:rPr lang="en-US" sz="351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Terminar de implementar los mantenedores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DAG0BbRXXhM</dc:identifier>
  <dcterms:modified xsi:type="dcterms:W3CDTF">2011-08-01T06:04:30Z</dcterms:modified>
  <cp:revision>1</cp:revision>
  <dc:title>Proyecto</dc:title>
</cp:coreProperties>
</file>